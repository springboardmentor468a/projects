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Props/core0.xml" ContentType="application/vnd.openxmlformats-package.core-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openxmlformats.org/officedocument/2006/relationships/metadata/core-properties" Target="docProps/core0.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71" r:id="rId2"/>
  </p:sldMasterIdLst>
  <p:sldIdLst>
    <p:sldId id="256" r:id="rId3"/>
    <p:sldId id="257" r:id="rId4"/>
    <p:sldId id="258" r:id="rId5"/>
    <p:sldId id="259" r:id="rId6"/>
    <p:sldId id="260" r:id="rId7"/>
    <p:sldId id="261" r:id="rId8"/>
    <p:sldId id="262" r:id="rId9"/>
    <p:sldId id="263" r:id="rId10"/>
    <p:sldId id="264" r:id="rId11"/>
    <p:sldId id="265" r:id="rId12"/>
    <p:sldId id="266" r:id="rId13"/>
    <p:sldId id="269" r:id="rId14"/>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2" d="100"/>
          <a:sy n="92" d="100"/>
        </p:scale>
        <p:origin x="1005"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tableStyles" Target="tableStyle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presProps" Target="presProps.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hyperlink" Target="https://bit.ly/3A1uf1Q" TargetMode="External"/><Relationship Id="rId2" Type="http://schemas.openxmlformats.org/officeDocument/2006/relationships/image" Target="../media/image7.png"/><Relationship Id="rId1" Type="http://schemas.openxmlformats.org/officeDocument/2006/relationships/slideMaster" Target="../slideMasters/slideMaster1.xml"/><Relationship Id="rId4" Type="http://schemas.openxmlformats.org/officeDocument/2006/relationships/hyperlink" Target="http://bit.ly/2TtBDfr" TargetMode="Externa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p:bg>
      <p:bgPr>
        <a:solidFill>
          <a:srgbClr val="000000"/>
        </a:solidFill>
        <a:effectLst/>
      </p:bgPr>
    </p:bg>
    <p:spTree>
      <p:nvGrpSpPr>
        <p:cNvPr id="1" name=""/>
        <p:cNvGrpSpPr/>
        <p:nvPr/>
      </p:nvGrpSpPr>
      <p:grpSpPr>
        <a:xfrm>
          <a:off x="0" y="0"/>
          <a:ext cx="0" cy="0"/>
          <a:chOff x="0" y="0"/>
          <a:chExt cx="0" cy="0"/>
        </a:xfrm>
      </p:grpSpPr>
      <p:pic>
        <p:nvPicPr>
          <p:cNvPr id="3" name="Google Shape;9;p2"/>
          <p:cNvPicPr/>
          <p:nvPr/>
        </p:nvPicPr>
        <p:blipFill>
          <a:blip r:embed="rId2"/>
          <a:srcRect l="3724"/>
          <a:stretch/>
        </p:blipFill>
        <p:spPr>
          <a:xfrm>
            <a:off x="0" y="0"/>
            <a:ext cx="9143640" cy="5143320"/>
          </a:xfrm>
          <a:prstGeom prst="rect">
            <a:avLst/>
          </a:prstGeom>
          <a:noFill/>
          <a:ln w="0">
            <a:noFill/>
          </a:ln>
        </p:spPr>
      </p:pic>
      <p:sp>
        <p:nvSpPr>
          <p:cNvPr id="4" name="PlaceHolder 1"/>
          <p:cNvSpPr>
            <a:spLocks noGrp="1"/>
          </p:cNvSpPr>
          <p:nvPr>
            <p:ph type="title"/>
          </p:nvPr>
        </p:nvSpPr>
        <p:spPr>
          <a:xfrm>
            <a:off x="511920" y="490680"/>
            <a:ext cx="5024520" cy="1759320"/>
          </a:xfrm>
          <a:prstGeom prst="rect">
            <a:avLst/>
          </a:prstGeom>
          <a:noFill/>
          <a:ln w="0">
            <a:noFill/>
          </a:ln>
        </p:spPr>
        <p:txBody>
          <a:bodyPr lIns="91440" tIns="91440" rIns="91440" bIns="91440" anchor="b">
            <a:noAutofit/>
          </a:bodyPr>
          <a:lstStyle/>
          <a:p>
            <a:pPr indent="0">
              <a:buNone/>
            </a:pPr>
            <a:r>
              <a:rPr lang="fr-FR" sz="4800" b="0" u="none" strike="noStrike">
                <a:solidFill>
                  <a:schemeClr val="dk1"/>
                </a:solidFill>
                <a:effectLst/>
                <a:uFillTx/>
                <a:latin typeface="Arial"/>
              </a:rPr>
              <a:t>Click to edit the title text format</a:t>
            </a:r>
          </a:p>
        </p:txBody>
      </p:sp>
      <p:sp>
        <p:nvSpPr>
          <p:cNvPr id="2" name="PlaceHolder 2"/>
          <p:cNvSpPr>
            <a:spLocks noGrp="1"/>
          </p:cNvSpPr>
          <p:nvPr>
            <p:ph type="body"/>
          </p:nvPr>
        </p:nvSpPr>
        <p:spPr>
          <a:xfrm>
            <a:off x="5585760" y="691200"/>
            <a:ext cx="3469320" cy="4452120"/>
          </a:xfrm>
          <a:prstGeom prst="rect">
            <a:avLst/>
          </a:prstGeom>
          <a:noFill/>
          <a:ln w="0">
            <a:noFill/>
          </a:ln>
        </p:spPr>
        <p:txBody>
          <a:bodyPr lIns="90000" tIns="45000" rIns="90000" bIns="45000" anchor="t">
            <a:normAutofit lnSpcReduction="9999"/>
          </a:bodyPr>
          <a:lstStyle/>
          <a:p>
            <a:pPr marL="432000" indent="-324000">
              <a:spcBef>
                <a:spcPts val="1417"/>
              </a:spcBef>
              <a:buClr>
                <a:srgbClr val="FFFFFF"/>
              </a:buClr>
              <a:buSzPct val="45000"/>
              <a:buFont typeface="Wingdings" charset="2"/>
              <a:buChar char=""/>
            </a:pPr>
            <a:r>
              <a:rPr lang="fr-FR" sz="1800" b="0" u="none" strike="noStrike">
                <a:solidFill>
                  <a:srgbClr val="000000"/>
                </a:solidFill>
                <a:effectLst/>
                <a:uFillTx/>
                <a:latin typeface="Arial"/>
              </a:rPr>
              <a:t>Click to edit the outline text format</a:t>
            </a:r>
          </a:p>
          <a:p>
            <a:pPr marL="864000" lvl="1" indent="-324000">
              <a:spcBef>
                <a:spcPts val="1134"/>
              </a:spcBef>
              <a:buClr>
                <a:srgbClr val="FFFFFF"/>
              </a:buClr>
              <a:buSzPct val="75000"/>
              <a:buFont typeface="Symbol" charset="2"/>
              <a:buChar char=""/>
            </a:pPr>
            <a:r>
              <a:rPr lang="fr-FR" sz="1800" b="0" u="none" strike="noStrike">
                <a:solidFill>
                  <a:srgbClr val="000000"/>
                </a:solidFill>
                <a:effectLst/>
                <a:uFillTx/>
                <a:latin typeface="Arial"/>
              </a:rPr>
              <a:t>Second Outline Level</a:t>
            </a:r>
          </a:p>
          <a:p>
            <a:pPr marL="1296000" lvl="2" indent="-288000">
              <a:spcBef>
                <a:spcPts val="850"/>
              </a:spcBef>
              <a:buClr>
                <a:srgbClr val="FFFFFF"/>
              </a:buClr>
              <a:buSzPct val="45000"/>
              <a:buFont typeface="Wingdings" charset="2"/>
              <a:buChar char=""/>
            </a:pPr>
            <a:r>
              <a:rPr lang="fr-FR" sz="1800" b="0" u="none" strike="noStrike">
                <a:solidFill>
                  <a:srgbClr val="000000"/>
                </a:solidFill>
                <a:effectLst/>
                <a:uFillTx/>
                <a:latin typeface="Arial"/>
              </a:rPr>
              <a:t>Third Outline Level</a:t>
            </a:r>
          </a:p>
          <a:p>
            <a:pPr marL="1728000" lvl="3" indent="-216000">
              <a:spcBef>
                <a:spcPts val="567"/>
              </a:spcBef>
              <a:buClr>
                <a:srgbClr val="FFFFFF"/>
              </a:buClr>
              <a:buSzPct val="75000"/>
              <a:buFont typeface="Symbol" charset="2"/>
              <a:buChar char=""/>
            </a:pPr>
            <a:r>
              <a:rPr lang="fr-FR" sz="1800" b="0" u="none" strike="noStrike">
                <a:solidFill>
                  <a:srgbClr val="000000"/>
                </a:solidFill>
                <a:effectLst/>
                <a:uFillTx/>
                <a:latin typeface="Arial"/>
              </a:rPr>
              <a:t>Fourth Outline Level</a:t>
            </a:r>
          </a:p>
          <a:p>
            <a:pPr marL="2160000" lvl="4" indent="-216000">
              <a:spcBef>
                <a:spcPts val="283"/>
              </a:spcBef>
              <a:buClr>
                <a:srgbClr val="FFFFFF"/>
              </a:buClr>
              <a:buSzPct val="45000"/>
              <a:buFont typeface="Wingdings" charset="2"/>
              <a:buChar char=""/>
            </a:pPr>
            <a:r>
              <a:rPr lang="fr-FR" sz="1800" b="0" u="none" strike="noStrike">
                <a:solidFill>
                  <a:srgbClr val="000000"/>
                </a:solidFill>
                <a:effectLst/>
                <a:uFillTx/>
                <a:latin typeface="Arial"/>
              </a:rPr>
              <a:t>Fifth Outline Level</a:t>
            </a:r>
          </a:p>
          <a:p>
            <a:pPr marL="2592000" lvl="5" indent="-216000">
              <a:spcBef>
                <a:spcPts val="283"/>
              </a:spcBef>
              <a:buClr>
                <a:srgbClr val="FFFFFF"/>
              </a:buClr>
              <a:buSzPct val="45000"/>
              <a:buFont typeface="Wingdings" charset="2"/>
              <a:buChar char=""/>
            </a:pPr>
            <a:r>
              <a:rPr lang="fr-FR" sz="1800" b="0" u="none" strike="noStrike">
                <a:solidFill>
                  <a:srgbClr val="000000"/>
                </a:solidFill>
                <a:effectLst/>
                <a:uFillTx/>
                <a:latin typeface="Arial"/>
              </a:rPr>
              <a:t>Sixth Outline Level</a:t>
            </a:r>
          </a:p>
          <a:p>
            <a:pPr marL="3024000" lvl="6" indent="-216000">
              <a:spcBef>
                <a:spcPts val="283"/>
              </a:spcBef>
              <a:buClr>
                <a:srgbClr val="FFFFFF"/>
              </a:buClr>
              <a:buSzPct val="45000"/>
              <a:buFont typeface="Wingdings" charset="2"/>
              <a:buChar char=""/>
            </a:pPr>
            <a:r>
              <a:rPr lang="fr-FR" sz="1800" b="0" u="none" strike="noStrike">
                <a:solidFill>
                  <a:srgbClr val="000000"/>
                </a:solidFill>
                <a:effectLst/>
                <a:uFillTx/>
                <a:latin typeface="Arial"/>
              </a:rPr>
              <a:t>Seventh Outline Level</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BIG_NUMBER">
    <p:bg>
      <p:bgPr>
        <a:solidFill>
          <a:srgbClr val="000000"/>
        </a:solidFill>
        <a:effectLst/>
      </p:bgPr>
    </p:bg>
    <p:spTree>
      <p:nvGrpSpPr>
        <p:cNvPr id="1" name=""/>
        <p:cNvGrpSpPr/>
        <p:nvPr/>
      </p:nvGrpSpPr>
      <p:grpSpPr>
        <a:xfrm>
          <a:off x="0" y="0"/>
          <a:ext cx="0" cy="0"/>
          <a:chOff x="0" y="0"/>
          <a:chExt cx="0" cy="0"/>
        </a:xfrm>
      </p:grpSpPr>
      <p:sp>
        <p:nvSpPr>
          <p:cNvPr id="3" name="PlaceHolder 1"/>
          <p:cNvSpPr>
            <a:spLocks noGrp="1"/>
          </p:cNvSpPr>
          <p:nvPr>
            <p:ph type="title"/>
          </p:nvPr>
        </p:nvSpPr>
        <p:spPr>
          <a:xfrm>
            <a:off x="1284120" y="1953000"/>
            <a:ext cx="6575760" cy="799200"/>
          </a:xfrm>
          <a:prstGeom prst="rect">
            <a:avLst/>
          </a:prstGeom>
          <a:noFill/>
          <a:ln w="0">
            <a:noFill/>
          </a:ln>
        </p:spPr>
        <p:txBody>
          <a:bodyPr lIns="91440" tIns="91440" rIns="91440" bIns="91440" anchor="b">
            <a:noAutofit/>
          </a:bodyPr>
          <a:lstStyle/>
          <a:p>
            <a:pPr indent="0" algn="ctr">
              <a:lnSpc>
                <a:spcPct val="100000"/>
              </a:lnSpc>
              <a:buNone/>
            </a:pPr>
            <a:r>
              <a:rPr lang="fr-FR" sz="6000" b="0" u="none" strike="noStrike">
                <a:solidFill>
                  <a:schemeClr val="accent1"/>
                </a:solidFill>
                <a:effectLst/>
                <a:uFillTx/>
                <a:latin typeface="Goldman"/>
                <a:ea typeface="Goldman"/>
              </a:rPr>
              <a:t>xx%</a:t>
            </a:r>
            <a:endParaRPr lang="fr-FR" sz="6000" b="0" u="none" strike="noStrike">
              <a:solidFill>
                <a:schemeClr val="dk1"/>
              </a:solidFill>
              <a:effectLst/>
              <a:uFillTx/>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BLANK_1_1_1_1_2_1">
    <p:bg>
      <p:bgPr>
        <a:solidFill>
          <a:srgbClr val="000000"/>
        </a:solidFill>
        <a:effectLst/>
      </p:bgPr>
    </p:bg>
    <p:spTree>
      <p:nvGrpSpPr>
        <p:cNvPr id="1" name=""/>
        <p:cNvGrpSpPr/>
        <p:nvPr/>
      </p:nvGrpSpPr>
      <p:grpSpPr>
        <a:xfrm>
          <a:off x="0" y="0"/>
          <a:ext cx="0" cy="0"/>
          <a:chOff x="0" y="0"/>
          <a:chExt cx="0" cy="0"/>
        </a:xfrm>
      </p:grpSpPr>
      <p:pic>
        <p:nvPicPr>
          <p:cNvPr id="4" name="Google Shape;54;p13"/>
          <p:cNvPicPr/>
          <p:nvPr/>
        </p:nvPicPr>
        <p:blipFill>
          <a:blip r:embed="rId2"/>
          <a:stretch/>
        </p:blipFill>
        <p:spPr>
          <a:xfrm>
            <a:off x="0" y="3600"/>
            <a:ext cx="9143640" cy="5143320"/>
          </a:xfrm>
          <a:prstGeom prst="rect">
            <a:avLst/>
          </a:prstGeom>
          <a:noFill/>
          <a:ln w="0">
            <a:noFill/>
          </a:ln>
        </p:spPr>
      </p:pic>
      <p:sp>
        <p:nvSpPr>
          <p:cNvPr id="5" name="PlaceHolder 1"/>
          <p:cNvSpPr>
            <a:spLocks noGrp="1"/>
          </p:cNvSpPr>
          <p:nvPr>
            <p:ph type="title"/>
          </p:nvPr>
        </p:nvSpPr>
        <p:spPr>
          <a:xfrm>
            <a:off x="282240" y="3918240"/>
            <a:ext cx="865440" cy="310320"/>
          </a:xfrm>
          <a:prstGeom prst="rect">
            <a:avLst/>
          </a:prstGeom>
          <a:noFill/>
          <a:ln w="0">
            <a:noFill/>
          </a:ln>
        </p:spPr>
        <p:txBody>
          <a:bodyPr lIns="91440" tIns="91440" rIns="91440" bIns="91440" anchor="ctr">
            <a:noAutofit/>
          </a:bodyPr>
          <a:lstStyle/>
          <a:p>
            <a:pPr indent="0" algn="ctr">
              <a:lnSpc>
                <a:spcPct val="100000"/>
              </a:lnSpc>
              <a:buNone/>
            </a:pPr>
            <a:r>
              <a:rPr lang="fr-FR" sz="2400" b="0" u="none" strike="noStrike">
                <a:solidFill>
                  <a:schemeClr val="lt2"/>
                </a:solidFill>
                <a:effectLst/>
                <a:uFillTx/>
                <a:latin typeface="Goldman"/>
                <a:ea typeface="Goldman"/>
              </a:rPr>
              <a:t>xx%</a:t>
            </a:r>
            <a:endParaRPr lang="fr-FR" sz="2400" b="0" u="none" strike="noStrike">
              <a:solidFill>
                <a:schemeClr val="dk1"/>
              </a:solidFill>
              <a:effectLst/>
              <a:uFillTx/>
              <a:latin typeface="Arial"/>
            </a:endParaRPr>
          </a:p>
        </p:txBody>
      </p:sp>
      <p:sp>
        <p:nvSpPr>
          <p:cNvPr id="6" name="PlaceHolder 2"/>
          <p:cNvSpPr>
            <a:spLocks noGrp="1"/>
          </p:cNvSpPr>
          <p:nvPr>
            <p:ph type="title"/>
          </p:nvPr>
        </p:nvSpPr>
        <p:spPr>
          <a:xfrm>
            <a:off x="282240" y="2855520"/>
            <a:ext cx="865440" cy="310320"/>
          </a:xfrm>
          <a:prstGeom prst="rect">
            <a:avLst/>
          </a:prstGeom>
          <a:noFill/>
          <a:ln w="0">
            <a:noFill/>
          </a:ln>
        </p:spPr>
        <p:txBody>
          <a:bodyPr lIns="91440" tIns="91440" rIns="91440" bIns="91440" anchor="ctr">
            <a:noAutofit/>
          </a:bodyPr>
          <a:lstStyle/>
          <a:p>
            <a:pPr indent="0" algn="ctr">
              <a:lnSpc>
                <a:spcPct val="100000"/>
              </a:lnSpc>
              <a:buNone/>
            </a:pPr>
            <a:r>
              <a:rPr lang="fr-FR" sz="2400" b="0" u="none" strike="noStrike">
                <a:solidFill>
                  <a:schemeClr val="lt2"/>
                </a:solidFill>
                <a:effectLst/>
                <a:uFillTx/>
                <a:latin typeface="Goldman"/>
                <a:ea typeface="Goldman"/>
              </a:rPr>
              <a:t>xx%</a:t>
            </a:r>
            <a:endParaRPr lang="fr-FR" sz="2400" b="0" u="none" strike="noStrike">
              <a:solidFill>
                <a:schemeClr val="dk1"/>
              </a:solidFill>
              <a:effectLst/>
              <a:uFillTx/>
              <a:latin typeface="Arial"/>
            </a:endParaRPr>
          </a:p>
        </p:txBody>
      </p:sp>
      <p:sp>
        <p:nvSpPr>
          <p:cNvPr id="7" name="PlaceHolder 3"/>
          <p:cNvSpPr>
            <a:spLocks noGrp="1"/>
          </p:cNvSpPr>
          <p:nvPr>
            <p:ph type="title"/>
          </p:nvPr>
        </p:nvSpPr>
        <p:spPr>
          <a:xfrm>
            <a:off x="282960" y="2324160"/>
            <a:ext cx="864000" cy="310320"/>
          </a:xfrm>
          <a:prstGeom prst="rect">
            <a:avLst/>
          </a:prstGeom>
          <a:noFill/>
          <a:ln w="0">
            <a:noFill/>
          </a:ln>
        </p:spPr>
        <p:txBody>
          <a:bodyPr lIns="91440" tIns="91440" rIns="91440" bIns="91440" anchor="ctr">
            <a:noAutofit/>
          </a:bodyPr>
          <a:lstStyle/>
          <a:p>
            <a:pPr indent="0" algn="ctr">
              <a:lnSpc>
                <a:spcPct val="100000"/>
              </a:lnSpc>
              <a:buNone/>
            </a:pPr>
            <a:r>
              <a:rPr lang="fr-FR" sz="2400" b="0" u="none" strike="noStrike">
                <a:solidFill>
                  <a:schemeClr val="lt2"/>
                </a:solidFill>
                <a:effectLst/>
                <a:uFillTx/>
                <a:latin typeface="Goldman"/>
                <a:ea typeface="Goldman"/>
              </a:rPr>
              <a:t>xx%</a:t>
            </a:r>
            <a:endParaRPr lang="fr-FR" sz="2400" b="0" u="none" strike="noStrike">
              <a:solidFill>
                <a:schemeClr val="dk1"/>
              </a:solidFill>
              <a:effectLst/>
              <a:uFillTx/>
              <a:latin typeface="Arial"/>
            </a:endParaRPr>
          </a:p>
        </p:txBody>
      </p:sp>
      <p:sp>
        <p:nvSpPr>
          <p:cNvPr id="8" name="PlaceHolder 4"/>
          <p:cNvSpPr>
            <a:spLocks noGrp="1"/>
          </p:cNvSpPr>
          <p:nvPr>
            <p:ph type="title"/>
          </p:nvPr>
        </p:nvSpPr>
        <p:spPr>
          <a:xfrm>
            <a:off x="282240" y="3386880"/>
            <a:ext cx="865440" cy="310320"/>
          </a:xfrm>
          <a:prstGeom prst="rect">
            <a:avLst/>
          </a:prstGeom>
          <a:noFill/>
          <a:ln w="0">
            <a:noFill/>
          </a:ln>
        </p:spPr>
        <p:txBody>
          <a:bodyPr lIns="91440" tIns="91440" rIns="91440" bIns="91440" anchor="ctr">
            <a:noAutofit/>
          </a:bodyPr>
          <a:lstStyle/>
          <a:p>
            <a:pPr indent="0" algn="ctr">
              <a:lnSpc>
                <a:spcPct val="100000"/>
              </a:lnSpc>
              <a:buNone/>
            </a:pPr>
            <a:r>
              <a:rPr lang="fr-FR" sz="2400" b="0" u="none" strike="noStrike">
                <a:solidFill>
                  <a:schemeClr val="lt2"/>
                </a:solidFill>
                <a:effectLst/>
                <a:uFillTx/>
                <a:latin typeface="Goldman"/>
                <a:ea typeface="Goldman"/>
              </a:rPr>
              <a:t>xx%</a:t>
            </a:r>
            <a:endParaRPr lang="fr-FR" sz="2400" b="0" u="none" strike="noStrike">
              <a:solidFill>
                <a:schemeClr val="dk1"/>
              </a:solidFill>
              <a:effectLst/>
              <a:uFillTx/>
              <a:latin typeface="Arial"/>
            </a:endParaRPr>
          </a:p>
        </p:txBody>
      </p:sp>
      <p:sp>
        <p:nvSpPr>
          <p:cNvPr id="9" name="PlaceHolder 5"/>
          <p:cNvSpPr>
            <a:spLocks noGrp="1"/>
          </p:cNvSpPr>
          <p:nvPr>
            <p:ph type="title"/>
          </p:nvPr>
        </p:nvSpPr>
        <p:spPr>
          <a:xfrm>
            <a:off x="282240" y="4449960"/>
            <a:ext cx="865440" cy="310320"/>
          </a:xfrm>
          <a:prstGeom prst="rect">
            <a:avLst/>
          </a:prstGeom>
          <a:noFill/>
          <a:ln w="0">
            <a:noFill/>
          </a:ln>
        </p:spPr>
        <p:txBody>
          <a:bodyPr lIns="91440" tIns="91440" rIns="91440" bIns="91440" anchor="ctr">
            <a:noAutofit/>
          </a:bodyPr>
          <a:lstStyle/>
          <a:p>
            <a:pPr indent="0" algn="ctr">
              <a:lnSpc>
                <a:spcPct val="100000"/>
              </a:lnSpc>
              <a:buNone/>
            </a:pPr>
            <a:r>
              <a:rPr lang="fr-FR" sz="2400" b="0" u="none" strike="noStrike">
                <a:solidFill>
                  <a:schemeClr val="lt2"/>
                </a:solidFill>
                <a:effectLst/>
                <a:uFillTx/>
                <a:latin typeface="Goldman"/>
                <a:ea typeface="Goldman"/>
              </a:rPr>
              <a:t>xx%</a:t>
            </a:r>
            <a:endParaRPr lang="fr-FR" sz="2400" b="0" u="none" strike="noStrike">
              <a:solidFill>
                <a:schemeClr val="dk1"/>
              </a:solidFill>
              <a:effectLst/>
              <a:uFillTx/>
              <a:latin typeface="Arial"/>
            </a:endParaRPr>
          </a:p>
        </p:txBody>
      </p:sp>
      <p:sp>
        <p:nvSpPr>
          <p:cNvPr id="10" name="PlaceHolder 6"/>
          <p:cNvSpPr>
            <a:spLocks noGrp="1"/>
          </p:cNvSpPr>
          <p:nvPr>
            <p:ph type="title"/>
          </p:nvPr>
        </p:nvSpPr>
        <p:spPr>
          <a:xfrm>
            <a:off x="5221440" y="308520"/>
            <a:ext cx="3631320" cy="1000440"/>
          </a:xfrm>
          <a:prstGeom prst="rect">
            <a:avLst/>
          </a:prstGeom>
          <a:noFill/>
          <a:ln w="0">
            <a:noFill/>
          </a:ln>
        </p:spPr>
        <p:txBody>
          <a:bodyPr lIns="91440" tIns="91440" rIns="91440" bIns="91440" anchor="t">
            <a:noAutofit/>
          </a:bodyPr>
          <a:lstStyle/>
          <a:p>
            <a:pPr indent="0">
              <a:buNone/>
            </a:pPr>
            <a:r>
              <a:rPr lang="fr-FR" sz="3000" b="0" u="none" strike="noStrike">
                <a:solidFill>
                  <a:schemeClr val="dk1"/>
                </a:solidFill>
                <a:effectLst/>
                <a:uFillTx/>
                <a:latin typeface="Arial"/>
              </a:rPr>
              <a:t>Click to edit the title text format</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CUSTOM">
    <p:bg>
      <p:bgPr>
        <a:solidFill>
          <a:srgbClr val="000000"/>
        </a:solidFill>
        <a:effectLst/>
      </p:bgPr>
    </p:bg>
    <p:spTree>
      <p:nvGrpSpPr>
        <p:cNvPr id="1" name=""/>
        <p:cNvGrpSpPr/>
        <p:nvPr/>
      </p:nvGrpSpPr>
      <p:grpSpPr>
        <a:xfrm>
          <a:off x="0" y="0"/>
          <a:ext cx="0" cy="0"/>
          <a:chOff x="0" y="0"/>
          <a:chExt cx="0" cy="0"/>
        </a:xfrm>
      </p:grpSpPr>
      <p:pic>
        <p:nvPicPr>
          <p:cNvPr id="11" name="Google Shape;67;p14"/>
          <p:cNvPicPr/>
          <p:nvPr/>
        </p:nvPicPr>
        <p:blipFill>
          <a:blip r:embed="rId2"/>
          <a:srcRect l="616"/>
          <a:stretch/>
        </p:blipFill>
        <p:spPr>
          <a:xfrm>
            <a:off x="0" y="0"/>
            <a:ext cx="9087120" cy="5143320"/>
          </a:xfrm>
          <a:prstGeom prst="rect">
            <a:avLst/>
          </a:prstGeom>
          <a:noFill/>
          <a:ln w="0">
            <a:noFill/>
          </a:ln>
        </p:spPr>
      </p:pic>
      <p:sp>
        <p:nvSpPr>
          <p:cNvPr id="12" name="PlaceHolder 1"/>
          <p:cNvSpPr>
            <a:spLocks noGrp="1"/>
          </p:cNvSpPr>
          <p:nvPr>
            <p:ph type="title"/>
          </p:nvPr>
        </p:nvSpPr>
        <p:spPr>
          <a:xfrm>
            <a:off x="1677600" y="485640"/>
            <a:ext cx="7175520" cy="1355400"/>
          </a:xfrm>
          <a:prstGeom prst="rect">
            <a:avLst/>
          </a:prstGeom>
          <a:noFill/>
          <a:ln w="0">
            <a:noFill/>
          </a:ln>
        </p:spPr>
        <p:txBody>
          <a:bodyPr lIns="91440" tIns="91440" rIns="91440" bIns="91440" anchor="t">
            <a:noAutofit/>
          </a:bodyPr>
          <a:lstStyle/>
          <a:p>
            <a:pPr indent="0">
              <a:buNone/>
            </a:pPr>
            <a:r>
              <a:rPr lang="fr-FR" sz="4000" b="0" u="none" strike="noStrike">
                <a:solidFill>
                  <a:schemeClr val="dk1"/>
                </a:solidFill>
                <a:effectLst/>
                <a:uFillTx/>
                <a:latin typeface="Arial"/>
              </a:rPr>
              <a:t>Click to edit the title text format</a:t>
            </a:r>
          </a:p>
        </p:txBody>
      </p:sp>
      <p:sp>
        <p:nvSpPr>
          <p:cNvPr id="13"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FFFFFF"/>
              </a:buClr>
              <a:buSzPct val="45000"/>
              <a:buFont typeface="Wingdings" charset="2"/>
              <a:buChar char=""/>
            </a:pPr>
            <a:r>
              <a:rPr lang="fr-FR" sz="1400" b="0" u="none" strike="noStrike">
                <a:solidFill>
                  <a:srgbClr val="000000"/>
                </a:solidFill>
                <a:effectLst/>
                <a:uFillTx/>
                <a:latin typeface="Arial"/>
              </a:rPr>
              <a:t>Click to edit the outline text format</a:t>
            </a:r>
          </a:p>
          <a:p>
            <a:pPr marL="864000" lvl="1" indent="-324000">
              <a:spcBef>
                <a:spcPts val="1134"/>
              </a:spcBef>
              <a:buClr>
                <a:srgbClr val="FFFFFF"/>
              </a:buClr>
              <a:buSzPct val="75000"/>
              <a:buFont typeface="Symbol" charset="2"/>
              <a:buChar char=""/>
            </a:pPr>
            <a:r>
              <a:rPr lang="fr-FR" sz="1400" b="0" u="none" strike="noStrike">
                <a:solidFill>
                  <a:srgbClr val="000000"/>
                </a:solidFill>
                <a:effectLst/>
                <a:uFillTx/>
                <a:latin typeface="Arial"/>
              </a:rPr>
              <a:t>Second Outline Level</a:t>
            </a:r>
          </a:p>
          <a:p>
            <a:pPr marL="1296000" lvl="2" indent="-288000">
              <a:spcBef>
                <a:spcPts val="850"/>
              </a:spcBef>
              <a:buClr>
                <a:srgbClr val="FFFFFF"/>
              </a:buClr>
              <a:buSzPct val="45000"/>
              <a:buFont typeface="Wingdings" charset="2"/>
              <a:buChar char=""/>
            </a:pPr>
            <a:r>
              <a:rPr lang="fr-FR" sz="1400" b="0" u="none" strike="noStrike">
                <a:solidFill>
                  <a:srgbClr val="000000"/>
                </a:solidFill>
                <a:effectLst/>
                <a:uFillTx/>
                <a:latin typeface="Arial"/>
              </a:rPr>
              <a:t>Third Outline Level</a:t>
            </a:r>
          </a:p>
          <a:p>
            <a:pPr marL="1728000" lvl="3" indent="-216000">
              <a:spcBef>
                <a:spcPts val="567"/>
              </a:spcBef>
              <a:buClr>
                <a:srgbClr val="FFFFFF"/>
              </a:buClr>
              <a:buSzPct val="75000"/>
              <a:buFont typeface="Symbol" charset="2"/>
              <a:buChar char=""/>
            </a:pPr>
            <a:r>
              <a:rPr lang="fr-FR" sz="1400" b="0" u="none" strike="noStrike">
                <a:solidFill>
                  <a:srgbClr val="000000"/>
                </a:solidFill>
                <a:effectLst/>
                <a:uFillTx/>
                <a:latin typeface="Arial"/>
              </a:rPr>
              <a:t>Fourth Outline Level</a:t>
            </a:r>
          </a:p>
          <a:p>
            <a:pPr marL="2160000" lvl="4" indent="-216000">
              <a:spcBef>
                <a:spcPts val="283"/>
              </a:spcBef>
              <a:buClr>
                <a:srgbClr val="FFFFFF"/>
              </a:buClr>
              <a:buSzPct val="45000"/>
              <a:buFont typeface="Wingdings" charset="2"/>
              <a:buChar char=""/>
            </a:pPr>
            <a:r>
              <a:rPr lang="fr-FR" sz="2000" b="0" u="none" strike="noStrike">
                <a:solidFill>
                  <a:srgbClr val="000000"/>
                </a:solidFill>
                <a:effectLst/>
                <a:uFillTx/>
                <a:latin typeface="Arial"/>
              </a:rPr>
              <a:t>Fifth Outline Level</a:t>
            </a:r>
          </a:p>
          <a:p>
            <a:pPr marL="2592000" lvl="5" indent="-216000">
              <a:spcBef>
                <a:spcPts val="283"/>
              </a:spcBef>
              <a:buClr>
                <a:srgbClr val="FFFFFF"/>
              </a:buClr>
              <a:buSzPct val="45000"/>
              <a:buFont typeface="Wingdings" charset="2"/>
              <a:buChar char=""/>
            </a:pPr>
            <a:r>
              <a:rPr lang="fr-FR" sz="2000" b="0" u="none" strike="noStrike">
                <a:solidFill>
                  <a:srgbClr val="000000"/>
                </a:solidFill>
                <a:effectLst/>
                <a:uFillTx/>
                <a:latin typeface="Arial"/>
              </a:rPr>
              <a:t>Sixth Outline Level</a:t>
            </a:r>
          </a:p>
          <a:p>
            <a:pPr marL="3024000" lvl="6" indent="-216000">
              <a:spcBef>
                <a:spcPts val="283"/>
              </a:spcBef>
              <a:buClr>
                <a:srgbClr val="FFFFFF"/>
              </a:buClr>
              <a:buSzPct val="45000"/>
              <a:buFont typeface="Wingdings" charset="2"/>
              <a:buChar char=""/>
            </a:pPr>
            <a:r>
              <a:rPr lang="fr-FR" sz="2000" b="0" u="none" strike="noStrike">
                <a:solidFill>
                  <a:srgbClr val="000000"/>
                </a:solidFill>
                <a:effectLst/>
                <a:uFillTx/>
                <a:latin typeface="Arial"/>
              </a:rPr>
              <a:t>Seventh Outline Level</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ONE_COLUMN_TEXT_1">
    <p:bg>
      <p:bgPr>
        <a:solidFill>
          <a:srgbClr val="000000"/>
        </a:solidFill>
        <a:effectLst/>
      </p:bgPr>
    </p:bg>
    <p:spTree>
      <p:nvGrpSpPr>
        <p:cNvPr id="1" name=""/>
        <p:cNvGrpSpPr/>
        <p:nvPr/>
      </p:nvGrpSpPr>
      <p:grpSpPr>
        <a:xfrm>
          <a:off x="0" y="0"/>
          <a:ext cx="0" cy="0"/>
          <a:chOff x="0" y="0"/>
          <a:chExt cx="0" cy="0"/>
        </a:xfrm>
      </p:grpSpPr>
      <p:pic>
        <p:nvPicPr>
          <p:cNvPr id="14" name="Google Shape;71;p15"/>
          <p:cNvPicPr/>
          <p:nvPr/>
        </p:nvPicPr>
        <p:blipFill>
          <a:blip r:embed="rId2"/>
          <a:stretch/>
        </p:blipFill>
        <p:spPr>
          <a:xfrm>
            <a:off x="0" y="0"/>
            <a:ext cx="9143640" cy="5143320"/>
          </a:xfrm>
          <a:prstGeom prst="rect">
            <a:avLst/>
          </a:prstGeom>
          <a:noFill/>
          <a:ln w="0">
            <a:noFill/>
          </a:ln>
        </p:spPr>
      </p:pic>
      <p:sp>
        <p:nvSpPr>
          <p:cNvPr id="15" name="PlaceHolder 1"/>
          <p:cNvSpPr>
            <a:spLocks noGrp="1"/>
          </p:cNvSpPr>
          <p:nvPr>
            <p:ph type="body"/>
          </p:nvPr>
        </p:nvSpPr>
        <p:spPr>
          <a:xfrm>
            <a:off x="0" y="0"/>
            <a:ext cx="2969280" cy="5143320"/>
          </a:xfrm>
          <a:prstGeom prst="rect">
            <a:avLst/>
          </a:prstGeom>
          <a:noFill/>
          <a:ln w="0">
            <a:noFill/>
          </a:ln>
        </p:spPr>
        <p:txBody>
          <a:bodyPr lIns="90000" tIns="45000" rIns="90000" bIns="45000" anchor="t">
            <a:normAutofit fontScale="70000" lnSpcReduction="19999"/>
          </a:bodyPr>
          <a:lstStyle/>
          <a:p>
            <a:pPr marL="432000" indent="-324000">
              <a:spcBef>
                <a:spcPts val="1417"/>
              </a:spcBef>
              <a:buClr>
                <a:srgbClr val="FFFFFF"/>
              </a:buClr>
              <a:buSzPct val="45000"/>
              <a:buFont typeface="Wingdings" charset="2"/>
              <a:buChar char=""/>
            </a:pPr>
            <a:r>
              <a:rPr lang="fr-FR" sz="1800" b="0" u="none" strike="noStrike">
                <a:solidFill>
                  <a:srgbClr val="000000"/>
                </a:solidFill>
                <a:effectLst/>
                <a:uFillTx/>
                <a:latin typeface="Arial"/>
              </a:rPr>
              <a:t>Click to edit the outline text format</a:t>
            </a:r>
          </a:p>
          <a:p>
            <a:pPr marL="864000" lvl="1" indent="-324000">
              <a:spcBef>
                <a:spcPts val="1134"/>
              </a:spcBef>
              <a:buClr>
                <a:srgbClr val="FFFFFF"/>
              </a:buClr>
              <a:buSzPct val="75000"/>
              <a:buFont typeface="Symbol" charset="2"/>
              <a:buChar char=""/>
            </a:pPr>
            <a:r>
              <a:rPr lang="fr-FR" sz="1800" b="0" u="none" strike="noStrike">
                <a:solidFill>
                  <a:srgbClr val="000000"/>
                </a:solidFill>
                <a:effectLst/>
                <a:uFillTx/>
                <a:latin typeface="Arial"/>
              </a:rPr>
              <a:t>Second Outline Level</a:t>
            </a:r>
          </a:p>
          <a:p>
            <a:pPr marL="1296000" lvl="2" indent="-288000">
              <a:spcBef>
                <a:spcPts val="850"/>
              </a:spcBef>
              <a:buClr>
                <a:srgbClr val="FFFFFF"/>
              </a:buClr>
              <a:buSzPct val="45000"/>
              <a:buFont typeface="Wingdings" charset="2"/>
              <a:buChar char=""/>
            </a:pPr>
            <a:r>
              <a:rPr lang="fr-FR" sz="1800" b="0" u="none" strike="noStrike">
                <a:solidFill>
                  <a:srgbClr val="000000"/>
                </a:solidFill>
                <a:effectLst/>
                <a:uFillTx/>
                <a:latin typeface="Arial"/>
              </a:rPr>
              <a:t>Third Outline Level</a:t>
            </a:r>
          </a:p>
          <a:p>
            <a:pPr marL="1728000" lvl="3" indent="-216000">
              <a:spcBef>
                <a:spcPts val="567"/>
              </a:spcBef>
              <a:buClr>
                <a:srgbClr val="FFFFFF"/>
              </a:buClr>
              <a:buSzPct val="75000"/>
              <a:buFont typeface="Symbol" charset="2"/>
              <a:buChar char=""/>
            </a:pPr>
            <a:r>
              <a:rPr lang="fr-FR" sz="1800" b="0" u="none" strike="noStrike">
                <a:solidFill>
                  <a:srgbClr val="000000"/>
                </a:solidFill>
                <a:effectLst/>
                <a:uFillTx/>
                <a:latin typeface="Arial"/>
              </a:rPr>
              <a:t>Fourth Outline Level</a:t>
            </a:r>
          </a:p>
          <a:p>
            <a:pPr marL="2160000" lvl="4" indent="-216000">
              <a:spcBef>
                <a:spcPts val="283"/>
              </a:spcBef>
              <a:buClr>
                <a:srgbClr val="FFFFFF"/>
              </a:buClr>
              <a:buSzPct val="45000"/>
              <a:buFont typeface="Wingdings" charset="2"/>
              <a:buChar char=""/>
            </a:pPr>
            <a:r>
              <a:rPr lang="fr-FR" sz="1800" b="0" u="none" strike="noStrike">
                <a:solidFill>
                  <a:srgbClr val="000000"/>
                </a:solidFill>
                <a:effectLst/>
                <a:uFillTx/>
                <a:latin typeface="Arial"/>
              </a:rPr>
              <a:t>Fifth Outline Level</a:t>
            </a:r>
          </a:p>
          <a:p>
            <a:pPr marL="2592000" lvl="5" indent="-216000">
              <a:spcBef>
                <a:spcPts val="283"/>
              </a:spcBef>
              <a:buClr>
                <a:srgbClr val="FFFFFF"/>
              </a:buClr>
              <a:buSzPct val="45000"/>
              <a:buFont typeface="Wingdings" charset="2"/>
              <a:buChar char=""/>
            </a:pPr>
            <a:r>
              <a:rPr lang="fr-FR" sz="1800" b="0" u="none" strike="noStrike">
                <a:solidFill>
                  <a:srgbClr val="000000"/>
                </a:solidFill>
                <a:effectLst/>
                <a:uFillTx/>
                <a:latin typeface="Arial"/>
              </a:rPr>
              <a:t>Sixth Outline Level</a:t>
            </a:r>
          </a:p>
          <a:p>
            <a:pPr marL="3024000" lvl="6" indent="-216000">
              <a:spcBef>
                <a:spcPts val="283"/>
              </a:spcBef>
              <a:buClr>
                <a:srgbClr val="FFFFFF"/>
              </a:buClr>
              <a:buSzPct val="45000"/>
              <a:buFont typeface="Wingdings" charset="2"/>
              <a:buChar char=""/>
            </a:pPr>
            <a:r>
              <a:rPr lang="fr-FR" sz="1800" b="0" u="none" strike="noStrike">
                <a:solidFill>
                  <a:srgbClr val="000000"/>
                </a:solidFill>
                <a:effectLst/>
                <a:uFillTx/>
                <a:latin typeface="Arial"/>
              </a:rPr>
              <a:t>Seventh Outline Level</a:t>
            </a:r>
          </a:p>
        </p:txBody>
      </p:sp>
      <p:sp>
        <p:nvSpPr>
          <p:cNvPr id="16" name="PlaceHolder 2"/>
          <p:cNvSpPr>
            <a:spLocks noGrp="1"/>
          </p:cNvSpPr>
          <p:nvPr>
            <p:ph type="title"/>
          </p:nvPr>
        </p:nvSpPr>
        <p:spPr>
          <a:xfrm>
            <a:off x="3157560" y="304920"/>
            <a:ext cx="5918400" cy="1445400"/>
          </a:xfrm>
          <a:prstGeom prst="rect">
            <a:avLst/>
          </a:prstGeom>
          <a:noFill/>
          <a:ln w="0">
            <a:noFill/>
          </a:ln>
        </p:spPr>
        <p:txBody>
          <a:bodyPr lIns="91440" tIns="91440" rIns="91440" bIns="91440" anchor="t">
            <a:noAutofit/>
          </a:bodyPr>
          <a:lstStyle/>
          <a:p>
            <a:pPr indent="0">
              <a:buNone/>
            </a:pPr>
            <a:r>
              <a:rPr lang="fr-FR" sz="3000" b="0" u="none" strike="noStrike">
                <a:solidFill>
                  <a:schemeClr val="dk1"/>
                </a:solidFill>
                <a:effectLst/>
                <a:uFillTx/>
                <a:latin typeface="Arial"/>
              </a:rPr>
              <a:t>Click to edit the title text format</a:t>
            </a:r>
          </a:p>
        </p:txBody>
      </p:sp>
      <p:sp>
        <p:nvSpPr>
          <p:cNvPr id="17" name="PlaceHolder 3"/>
          <p:cNvSpPr>
            <a:spLocks noGrp="1"/>
          </p:cNvSpPr>
          <p:nvPr>
            <p:ph type="body"/>
          </p:nvPr>
        </p:nvSpPr>
        <p:spPr>
          <a:xfrm>
            <a:off x="3505680" y="1961280"/>
            <a:ext cx="5349960" cy="2833920"/>
          </a:xfrm>
          <a:prstGeom prst="rect">
            <a:avLst/>
          </a:prstGeom>
          <a:noFill/>
          <a:ln w="0">
            <a:noFill/>
          </a:ln>
        </p:spPr>
        <p:txBody>
          <a:bodyPr lIns="91440" tIns="91440" rIns="91440" bIns="91440" anchor="t">
            <a:noAutofit/>
          </a:bodyPr>
          <a:lstStyle/>
          <a:p>
            <a:pPr marL="432000" indent="-324000">
              <a:spcBef>
                <a:spcPts val="1417"/>
              </a:spcBef>
              <a:buClr>
                <a:srgbClr val="FFFFFF"/>
              </a:buClr>
              <a:buSzPct val="45000"/>
              <a:buFont typeface="Wingdings" charset="2"/>
              <a:buChar char=""/>
            </a:pPr>
            <a:r>
              <a:rPr lang="fr-FR" sz="1400" b="0" u="none" strike="noStrike">
                <a:solidFill>
                  <a:srgbClr val="000000"/>
                </a:solidFill>
                <a:effectLst/>
                <a:uFillTx/>
                <a:latin typeface="Arial"/>
              </a:rPr>
              <a:t>Click to edit the outline text format</a:t>
            </a:r>
          </a:p>
          <a:p>
            <a:pPr marL="864000" lvl="1" indent="-324000">
              <a:spcBef>
                <a:spcPts val="1134"/>
              </a:spcBef>
              <a:buClr>
                <a:srgbClr val="FFFFFF"/>
              </a:buClr>
              <a:buSzPct val="75000"/>
              <a:buFont typeface="Symbol" charset="2"/>
              <a:buChar char=""/>
            </a:pPr>
            <a:r>
              <a:rPr lang="fr-FR" sz="1400" b="0" u="none" strike="noStrike">
                <a:solidFill>
                  <a:srgbClr val="000000"/>
                </a:solidFill>
                <a:effectLst/>
                <a:uFillTx/>
                <a:latin typeface="Arial"/>
              </a:rPr>
              <a:t>Second Outline Level</a:t>
            </a:r>
          </a:p>
          <a:p>
            <a:pPr marL="1296000" lvl="2" indent="-288000">
              <a:spcBef>
                <a:spcPts val="850"/>
              </a:spcBef>
              <a:buClr>
                <a:srgbClr val="FFFFFF"/>
              </a:buClr>
              <a:buSzPct val="45000"/>
              <a:buFont typeface="Wingdings" charset="2"/>
              <a:buChar char=""/>
            </a:pPr>
            <a:r>
              <a:rPr lang="fr-FR" sz="1400" b="0" u="none" strike="noStrike">
                <a:solidFill>
                  <a:srgbClr val="000000"/>
                </a:solidFill>
                <a:effectLst/>
                <a:uFillTx/>
                <a:latin typeface="Arial"/>
              </a:rPr>
              <a:t>Third Outline Level</a:t>
            </a:r>
          </a:p>
          <a:p>
            <a:pPr marL="1728000" lvl="3" indent="-216000">
              <a:spcBef>
                <a:spcPts val="567"/>
              </a:spcBef>
              <a:buClr>
                <a:srgbClr val="FFFFFF"/>
              </a:buClr>
              <a:buSzPct val="75000"/>
              <a:buFont typeface="Symbol" charset="2"/>
              <a:buChar char=""/>
            </a:pPr>
            <a:r>
              <a:rPr lang="fr-FR" sz="1400" b="0" u="none" strike="noStrike">
                <a:solidFill>
                  <a:srgbClr val="000000"/>
                </a:solidFill>
                <a:effectLst/>
                <a:uFillTx/>
                <a:latin typeface="Arial"/>
              </a:rPr>
              <a:t>Fourth Outline Level</a:t>
            </a:r>
          </a:p>
          <a:p>
            <a:pPr marL="2160000" lvl="4" indent="-216000">
              <a:spcBef>
                <a:spcPts val="283"/>
              </a:spcBef>
              <a:buClr>
                <a:srgbClr val="FFFFFF"/>
              </a:buClr>
              <a:buSzPct val="45000"/>
              <a:buFont typeface="Wingdings" charset="2"/>
              <a:buChar char=""/>
            </a:pPr>
            <a:r>
              <a:rPr lang="fr-FR" sz="1400" b="0" u="none" strike="noStrike">
                <a:solidFill>
                  <a:srgbClr val="000000"/>
                </a:solidFill>
                <a:effectLst/>
                <a:uFillTx/>
                <a:latin typeface="Arial"/>
              </a:rPr>
              <a:t>Fifth Outline Level</a:t>
            </a:r>
          </a:p>
          <a:p>
            <a:pPr marL="2592000" lvl="5" indent="-216000">
              <a:spcBef>
                <a:spcPts val="283"/>
              </a:spcBef>
              <a:buClr>
                <a:srgbClr val="FFFFFF"/>
              </a:buClr>
              <a:buSzPct val="45000"/>
              <a:buFont typeface="Wingdings" charset="2"/>
              <a:buChar char=""/>
            </a:pPr>
            <a:r>
              <a:rPr lang="fr-FR" sz="1400" b="0" u="none" strike="noStrike">
                <a:solidFill>
                  <a:srgbClr val="000000"/>
                </a:solidFill>
                <a:effectLst/>
                <a:uFillTx/>
                <a:latin typeface="Arial"/>
              </a:rPr>
              <a:t>Sixth Outline Level</a:t>
            </a:r>
          </a:p>
          <a:p>
            <a:pPr marL="3024000" lvl="6" indent="-216000">
              <a:spcBef>
                <a:spcPts val="283"/>
              </a:spcBef>
              <a:buClr>
                <a:srgbClr val="FFFFFF"/>
              </a:buClr>
              <a:buSzPct val="45000"/>
              <a:buFont typeface="Wingdings" charset="2"/>
              <a:buChar char=""/>
            </a:pPr>
            <a:r>
              <a:rPr lang="fr-FR" sz="1400" b="0" u="none" strike="noStrike">
                <a:solidFill>
                  <a:srgbClr val="000000"/>
                </a:solidFill>
                <a:effectLst/>
                <a:uFillTx/>
                <a:latin typeface="Arial"/>
              </a:rPr>
              <a:t>Seventh Outline Level</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TITLE_ONLY_1">
    <p:bg>
      <p:bgPr>
        <a:solidFill>
          <a:srgbClr val="000000"/>
        </a:solidFill>
        <a:effectLst/>
      </p:bgPr>
    </p:bg>
    <p:spTree>
      <p:nvGrpSpPr>
        <p:cNvPr id="1" name=""/>
        <p:cNvGrpSpPr/>
        <p:nvPr/>
      </p:nvGrpSpPr>
      <p:grpSpPr>
        <a:xfrm>
          <a:off x="0" y="0"/>
          <a:ext cx="0" cy="0"/>
          <a:chOff x="0" y="0"/>
          <a:chExt cx="0" cy="0"/>
        </a:xfrm>
      </p:grpSpPr>
      <p:sp>
        <p:nvSpPr>
          <p:cNvPr id="18" name="PlaceHolder 1"/>
          <p:cNvSpPr>
            <a:spLocks noGrp="1"/>
          </p:cNvSpPr>
          <p:nvPr>
            <p:ph type="title"/>
          </p:nvPr>
        </p:nvSpPr>
        <p:spPr>
          <a:xfrm>
            <a:off x="413280" y="309960"/>
            <a:ext cx="8317440" cy="572400"/>
          </a:xfrm>
          <a:prstGeom prst="rect">
            <a:avLst/>
          </a:prstGeom>
          <a:noFill/>
          <a:ln w="0">
            <a:noFill/>
          </a:ln>
        </p:spPr>
        <p:txBody>
          <a:bodyPr lIns="91440" tIns="91440" rIns="91440" bIns="91440" anchor="t">
            <a:noAutofit/>
          </a:bodyPr>
          <a:lstStyle/>
          <a:p>
            <a:pPr indent="0">
              <a:buNone/>
            </a:pPr>
            <a:r>
              <a:rPr lang="fr-FR" sz="3000" b="0" u="none" strike="noStrike">
                <a:solidFill>
                  <a:schemeClr val="dk1"/>
                </a:solidFill>
                <a:effectLst/>
                <a:uFillTx/>
                <a:latin typeface="Arial"/>
              </a:rPr>
              <a:t>Click to edit the title text format</a:t>
            </a:r>
          </a:p>
        </p:txBody>
      </p:sp>
      <p:pic>
        <p:nvPicPr>
          <p:cNvPr id="19" name="Google Shape;77;p16"/>
          <p:cNvPicPr/>
          <p:nvPr/>
        </p:nvPicPr>
        <p:blipFill>
          <a:blip r:embed="rId2"/>
          <a:srcRect l="-13357" t="4877" r="13357" b="52464"/>
          <a:stretch/>
        </p:blipFill>
        <p:spPr>
          <a:xfrm rot="10800000">
            <a:off x="360" y="3031920"/>
            <a:ext cx="9143640" cy="2111400"/>
          </a:xfrm>
          <a:prstGeom prst="rect">
            <a:avLst/>
          </a:prstGeom>
          <a:noFill/>
          <a:ln w="0">
            <a:noFill/>
          </a:ln>
        </p:spPr>
      </p:pic>
      <p:pic>
        <p:nvPicPr>
          <p:cNvPr id="20" name="Google Shape;78;p16"/>
          <p:cNvPicPr/>
          <p:nvPr/>
        </p:nvPicPr>
        <p:blipFill>
          <a:blip r:embed="rId3"/>
          <a:srcRect l="72344" t="25162" r="853" b="22599"/>
          <a:stretch/>
        </p:blipFill>
        <p:spPr>
          <a:xfrm>
            <a:off x="6694200" y="0"/>
            <a:ext cx="2449440" cy="2585880"/>
          </a:xfrm>
          <a:prstGeom prst="rect">
            <a:avLst/>
          </a:prstGeom>
          <a:noFill/>
          <a:ln w="0">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TITLE_ONLY_2">
    <p:bg>
      <p:bgPr>
        <a:solidFill>
          <a:srgbClr val="000000"/>
        </a:solidFill>
        <a:effectLst/>
      </p:bgPr>
    </p:bg>
    <p:spTree>
      <p:nvGrpSpPr>
        <p:cNvPr id="1" name=""/>
        <p:cNvGrpSpPr/>
        <p:nvPr/>
      </p:nvGrpSpPr>
      <p:grpSpPr>
        <a:xfrm>
          <a:off x="0" y="0"/>
          <a:ext cx="0" cy="0"/>
          <a:chOff x="0" y="0"/>
          <a:chExt cx="0" cy="0"/>
        </a:xfrm>
      </p:grpSpPr>
      <p:sp>
        <p:nvSpPr>
          <p:cNvPr id="21" name="PlaceHolder 1"/>
          <p:cNvSpPr>
            <a:spLocks noGrp="1"/>
          </p:cNvSpPr>
          <p:nvPr>
            <p:ph type="title"/>
          </p:nvPr>
        </p:nvSpPr>
        <p:spPr>
          <a:xfrm>
            <a:off x="413280" y="309960"/>
            <a:ext cx="7703640" cy="572400"/>
          </a:xfrm>
          <a:prstGeom prst="rect">
            <a:avLst/>
          </a:prstGeom>
          <a:noFill/>
          <a:ln w="0">
            <a:noFill/>
          </a:ln>
        </p:spPr>
        <p:txBody>
          <a:bodyPr lIns="91440" tIns="91440" rIns="91440" bIns="91440" anchor="t">
            <a:noAutofit/>
          </a:bodyPr>
          <a:lstStyle/>
          <a:p>
            <a:pPr indent="0">
              <a:buNone/>
            </a:pPr>
            <a:r>
              <a:rPr lang="fr-FR" sz="3000" b="0" u="none" strike="noStrike">
                <a:solidFill>
                  <a:schemeClr val="dk1"/>
                </a:solidFill>
                <a:effectLst/>
                <a:uFillTx/>
                <a:latin typeface="Arial"/>
              </a:rPr>
              <a:t>Click to edit the title text format</a:t>
            </a:r>
          </a:p>
        </p:txBody>
      </p:sp>
      <p:pic>
        <p:nvPicPr>
          <p:cNvPr id="22" name="Google Shape;81;p17"/>
          <p:cNvPicPr/>
          <p:nvPr/>
        </p:nvPicPr>
        <p:blipFill>
          <a:blip r:embed="rId2"/>
          <a:srcRect l="-24476" t="2369" r="24476" b="-2369"/>
          <a:stretch/>
        </p:blipFill>
        <p:spPr>
          <a:xfrm>
            <a:off x="0" y="0"/>
            <a:ext cx="9143640" cy="4951080"/>
          </a:xfrm>
          <a:prstGeom prst="rect">
            <a:avLst/>
          </a:prstGeom>
          <a:noFill/>
          <a:ln w="0">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_1_1_1_2">
    <p:bg>
      <p:bgPr>
        <a:solidFill>
          <a:srgbClr val="000000"/>
        </a:solidFill>
        <a:effectLst/>
      </p:bgPr>
    </p:bg>
    <p:spTree>
      <p:nvGrpSpPr>
        <p:cNvPr id="1" name=""/>
        <p:cNvGrpSpPr/>
        <p:nvPr/>
      </p:nvGrpSpPr>
      <p:grpSpPr>
        <a:xfrm>
          <a:off x="0" y="0"/>
          <a:ext cx="0" cy="0"/>
          <a:chOff x="0" y="0"/>
          <a:chExt cx="0" cy="0"/>
        </a:xfrm>
      </p:grpSpPr>
      <p:pic>
        <p:nvPicPr>
          <p:cNvPr id="23" name="Google Shape;83;p18"/>
          <p:cNvPicPr/>
          <p:nvPr/>
        </p:nvPicPr>
        <p:blipFill>
          <a:blip r:embed="rId2"/>
          <a:stretch/>
        </p:blipFill>
        <p:spPr>
          <a:xfrm>
            <a:off x="0" y="0"/>
            <a:ext cx="9143640" cy="4951080"/>
          </a:xfrm>
          <a:prstGeom prst="rect">
            <a:avLst/>
          </a:prstGeom>
          <a:noFill/>
          <a:ln w="0">
            <a:noFill/>
          </a:ln>
        </p:spPr>
      </p:pic>
      <p:sp>
        <p:nvSpPr>
          <p:cNvPr id="24" name="PlaceHolder 1"/>
          <p:cNvSpPr>
            <a:spLocks noGrp="1"/>
          </p:cNvSpPr>
          <p:nvPr>
            <p:ph type="title"/>
          </p:nvPr>
        </p:nvSpPr>
        <p:spPr>
          <a:xfrm>
            <a:off x="3079080" y="2207160"/>
            <a:ext cx="920520" cy="435960"/>
          </a:xfrm>
          <a:prstGeom prst="rect">
            <a:avLst/>
          </a:prstGeom>
          <a:noFill/>
          <a:ln w="0">
            <a:noFill/>
          </a:ln>
        </p:spPr>
        <p:txBody>
          <a:bodyPr lIns="91440" tIns="91440" rIns="91440" bIns="91440" anchor="b">
            <a:noAutofit/>
          </a:bodyPr>
          <a:lstStyle/>
          <a:p>
            <a:pPr indent="0">
              <a:lnSpc>
                <a:spcPct val="100000"/>
              </a:lnSpc>
              <a:buNone/>
            </a:pPr>
            <a:r>
              <a:rPr lang="fr-FR" sz="2000" b="0" u="none" strike="noStrike">
                <a:solidFill>
                  <a:schemeClr val="lt2"/>
                </a:solidFill>
                <a:effectLst/>
                <a:uFillTx/>
                <a:latin typeface="Goldman"/>
                <a:ea typeface="Goldman"/>
              </a:rPr>
              <a:t>xx%</a:t>
            </a:r>
            <a:endParaRPr lang="fr-FR" sz="2000" b="0" u="none" strike="noStrike">
              <a:solidFill>
                <a:schemeClr val="dk1"/>
              </a:solidFill>
              <a:effectLst/>
              <a:uFillTx/>
              <a:latin typeface="Arial"/>
            </a:endParaRPr>
          </a:p>
        </p:txBody>
      </p:sp>
      <p:sp>
        <p:nvSpPr>
          <p:cNvPr id="25" name="PlaceHolder 2"/>
          <p:cNvSpPr>
            <a:spLocks noGrp="1"/>
          </p:cNvSpPr>
          <p:nvPr>
            <p:ph type="title"/>
          </p:nvPr>
        </p:nvSpPr>
        <p:spPr>
          <a:xfrm>
            <a:off x="413280" y="2207160"/>
            <a:ext cx="920520" cy="435600"/>
          </a:xfrm>
          <a:prstGeom prst="rect">
            <a:avLst/>
          </a:prstGeom>
          <a:noFill/>
          <a:ln w="0">
            <a:noFill/>
          </a:ln>
        </p:spPr>
        <p:txBody>
          <a:bodyPr lIns="91440" tIns="91440" rIns="91440" bIns="91440" anchor="b">
            <a:noAutofit/>
          </a:bodyPr>
          <a:lstStyle/>
          <a:p>
            <a:pPr indent="0">
              <a:lnSpc>
                <a:spcPct val="100000"/>
              </a:lnSpc>
              <a:buNone/>
            </a:pPr>
            <a:r>
              <a:rPr lang="fr-FR" sz="2000" b="0" u="none" strike="noStrike">
                <a:solidFill>
                  <a:schemeClr val="lt2"/>
                </a:solidFill>
                <a:effectLst/>
                <a:uFillTx/>
                <a:latin typeface="Goldman"/>
                <a:ea typeface="Goldman"/>
              </a:rPr>
              <a:t>xx%</a:t>
            </a:r>
            <a:endParaRPr lang="fr-FR" sz="2000" b="0" u="none" strike="noStrike">
              <a:solidFill>
                <a:schemeClr val="dk1"/>
              </a:solidFill>
              <a:effectLst/>
              <a:uFillTx/>
              <a:latin typeface="Arial"/>
            </a:endParaRPr>
          </a:p>
        </p:txBody>
      </p:sp>
      <p:sp>
        <p:nvSpPr>
          <p:cNvPr id="26" name="PlaceHolder 3"/>
          <p:cNvSpPr>
            <a:spLocks noGrp="1"/>
          </p:cNvSpPr>
          <p:nvPr>
            <p:ph type="title"/>
          </p:nvPr>
        </p:nvSpPr>
        <p:spPr>
          <a:xfrm>
            <a:off x="5746320" y="2207160"/>
            <a:ext cx="920520" cy="435960"/>
          </a:xfrm>
          <a:prstGeom prst="rect">
            <a:avLst/>
          </a:prstGeom>
          <a:noFill/>
          <a:ln w="0">
            <a:noFill/>
          </a:ln>
        </p:spPr>
        <p:txBody>
          <a:bodyPr lIns="91440" tIns="91440" rIns="91440" bIns="91440" anchor="b">
            <a:noAutofit/>
          </a:bodyPr>
          <a:lstStyle/>
          <a:p>
            <a:pPr indent="0">
              <a:lnSpc>
                <a:spcPct val="100000"/>
              </a:lnSpc>
              <a:buNone/>
            </a:pPr>
            <a:r>
              <a:rPr lang="fr-FR" sz="2000" b="0" u="none" strike="noStrike">
                <a:solidFill>
                  <a:schemeClr val="lt2"/>
                </a:solidFill>
                <a:effectLst/>
                <a:uFillTx/>
                <a:latin typeface="Goldman"/>
                <a:ea typeface="Goldman"/>
              </a:rPr>
              <a:t>xx%</a:t>
            </a:r>
            <a:endParaRPr lang="fr-FR" sz="2000" b="0" u="none" strike="noStrike">
              <a:solidFill>
                <a:schemeClr val="dk1"/>
              </a:solidFill>
              <a:effectLst/>
              <a:uFillTx/>
              <a:latin typeface="Arial"/>
            </a:endParaRPr>
          </a:p>
        </p:txBody>
      </p:sp>
      <p:sp>
        <p:nvSpPr>
          <p:cNvPr id="27" name="PlaceHolder 4"/>
          <p:cNvSpPr>
            <a:spLocks noGrp="1"/>
          </p:cNvSpPr>
          <p:nvPr>
            <p:ph type="title"/>
          </p:nvPr>
        </p:nvSpPr>
        <p:spPr>
          <a:xfrm>
            <a:off x="413280" y="309960"/>
            <a:ext cx="8686440" cy="572400"/>
          </a:xfrm>
          <a:prstGeom prst="rect">
            <a:avLst/>
          </a:prstGeom>
          <a:noFill/>
          <a:ln w="0">
            <a:noFill/>
          </a:ln>
        </p:spPr>
        <p:txBody>
          <a:bodyPr lIns="91440" tIns="91440" rIns="91440" bIns="91440" anchor="t">
            <a:noAutofit/>
          </a:bodyPr>
          <a:lstStyle/>
          <a:p>
            <a:pPr indent="0">
              <a:buNone/>
            </a:pPr>
            <a:r>
              <a:rPr lang="fr-FR" sz="3000" b="0" u="none" strike="noStrike">
                <a:solidFill>
                  <a:schemeClr val="dk1"/>
                </a:solidFill>
                <a:effectLst/>
                <a:uFillTx/>
                <a:latin typeface="Arial"/>
              </a:rPr>
              <a:t>Click to edit the title text format</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BLANK_1_1_1_1_1">
    <p:bg>
      <p:bgPr>
        <a:solidFill>
          <a:srgbClr val="000000"/>
        </a:solidFill>
        <a:effectLst/>
      </p:bgPr>
    </p:bg>
    <p:spTree>
      <p:nvGrpSpPr>
        <p:cNvPr id="1" name=""/>
        <p:cNvGrpSpPr/>
        <p:nvPr/>
      </p:nvGrpSpPr>
      <p:grpSpPr>
        <a:xfrm>
          <a:off x="0" y="0"/>
          <a:ext cx="0" cy="0"/>
          <a:chOff x="0" y="0"/>
          <a:chExt cx="0" cy="0"/>
        </a:xfrm>
      </p:grpSpPr>
      <p:pic>
        <p:nvPicPr>
          <p:cNvPr id="28" name="Google Shape;92;p19"/>
          <p:cNvPicPr/>
          <p:nvPr/>
        </p:nvPicPr>
        <p:blipFill>
          <a:blip r:embed="rId2"/>
          <a:stretch/>
        </p:blipFill>
        <p:spPr>
          <a:xfrm rot="10800000" flipH="1">
            <a:off x="0" y="192240"/>
            <a:ext cx="9143640" cy="4951080"/>
          </a:xfrm>
          <a:prstGeom prst="rect">
            <a:avLst/>
          </a:prstGeom>
          <a:noFill/>
          <a:ln w="0">
            <a:noFill/>
          </a:ln>
        </p:spPr>
      </p:pic>
      <p:sp>
        <p:nvSpPr>
          <p:cNvPr id="29" name="PlaceHolder 1"/>
          <p:cNvSpPr>
            <a:spLocks noGrp="1"/>
          </p:cNvSpPr>
          <p:nvPr>
            <p:ph type="title"/>
          </p:nvPr>
        </p:nvSpPr>
        <p:spPr>
          <a:xfrm>
            <a:off x="413280" y="309960"/>
            <a:ext cx="7703640" cy="572400"/>
          </a:xfrm>
          <a:prstGeom prst="rect">
            <a:avLst/>
          </a:prstGeom>
          <a:noFill/>
          <a:ln w="0">
            <a:noFill/>
          </a:ln>
        </p:spPr>
        <p:txBody>
          <a:bodyPr lIns="91440" tIns="91440" rIns="91440" bIns="91440" anchor="t">
            <a:noAutofit/>
          </a:bodyPr>
          <a:lstStyle/>
          <a:p>
            <a:pPr indent="0">
              <a:buNone/>
            </a:pPr>
            <a:r>
              <a:rPr lang="fr-FR" sz="3000" b="0" u="none" strike="noStrike">
                <a:solidFill>
                  <a:schemeClr val="dk1"/>
                </a:solidFill>
                <a:effectLst/>
                <a:uFillTx/>
                <a:latin typeface="Arial"/>
              </a:rPr>
              <a:t>Click to edit the title text format</a:t>
            </a:r>
          </a:p>
        </p:txBody>
      </p:sp>
      <p:sp>
        <p:nvSpPr>
          <p:cNvPr id="30" name="PlaceHolder 2"/>
          <p:cNvSpPr>
            <a:spLocks noGrp="1"/>
          </p:cNvSpPr>
          <p:nvPr>
            <p:ph type="title"/>
          </p:nvPr>
        </p:nvSpPr>
        <p:spPr>
          <a:xfrm>
            <a:off x="5316480" y="3476520"/>
            <a:ext cx="794520" cy="310320"/>
          </a:xfrm>
          <a:prstGeom prst="rect">
            <a:avLst/>
          </a:prstGeom>
          <a:noFill/>
          <a:ln w="0">
            <a:noFill/>
          </a:ln>
        </p:spPr>
        <p:txBody>
          <a:bodyPr lIns="91440" tIns="91440" rIns="91440" bIns="91440" anchor="b">
            <a:noAutofit/>
          </a:bodyPr>
          <a:lstStyle/>
          <a:p>
            <a:pPr indent="0">
              <a:lnSpc>
                <a:spcPct val="100000"/>
              </a:lnSpc>
              <a:buNone/>
            </a:pPr>
            <a:r>
              <a:rPr lang="fr-FR" sz="2000" b="0" u="none" strike="noStrike">
                <a:solidFill>
                  <a:schemeClr val="lt2"/>
                </a:solidFill>
                <a:effectLst/>
                <a:uFillTx/>
                <a:latin typeface="Goldman"/>
                <a:ea typeface="Goldman"/>
              </a:rPr>
              <a:t>xx%</a:t>
            </a:r>
            <a:endParaRPr lang="fr-FR" sz="2000" b="0" u="none" strike="noStrike">
              <a:solidFill>
                <a:schemeClr val="dk1"/>
              </a:solidFill>
              <a:effectLst/>
              <a:uFillTx/>
              <a:latin typeface="Arial"/>
            </a:endParaRPr>
          </a:p>
        </p:txBody>
      </p:sp>
      <p:sp>
        <p:nvSpPr>
          <p:cNvPr id="31" name="PlaceHolder 3"/>
          <p:cNvSpPr>
            <a:spLocks noGrp="1"/>
          </p:cNvSpPr>
          <p:nvPr>
            <p:ph type="title"/>
          </p:nvPr>
        </p:nvSpPr>
        <p:spPr>
          <a:xfrm>
            <a:off x="5316480" y="1667880"/>
            <a:ext cx="794520" cy="310320"/>
          </a:xfrm>
          <a:prstGeom prst="rect">
            <a:avLst/>
          </a:prstGeom>
          <a:noFill/>
          <a:ln w="0">
            <a:noFill/>
          </a:ln>
        </p:spPr>
        <p:txBody>
          <a:bodyPr lIns="91440" tIns="91440" rIns="91440" bIns="91440" anchor="b">
            <a:noAutofit/>
          </a:bodyPr>
          <a:lstStyle/>
          <a:p>
            <a:pPr indent="0">
              <a:lnSpc>
                <a:spcPct val="100000"/>
              </a:lnSpc>
              <a:buNone/>
            </a:pPr>
            <a:r>
              <a:rPr lang="fr-FR" sz="2000" b="0" u="none" strike="noStrike">
                <a:solidFill>
                  <a:schemeClr val="lt2"/>
                </a:solidFill>
                <a:effectLst/>
                <a:uFillTx/>
                <a:latin typeface="Goldman"/>
                <a:ea typeface="Goldman"/>
              </a:rPr>
              <a:t>xx%</a:t>
            </a:r>
            <a:endParaRPr lang="fr-FR" sz="2000" b="0" u="none" strike="noStrike">
              <a:solidFill>
                <a:schemeClr val="dk1"/>
              </a:solidFill>
              <a:effectLst/>
              <a:uFillTx/>
              <a:latin typeface="Arial"/>
            </a:endParaRPr>
          </a:p>
        </p:txBody>
      </p:sp>
      <p:sp>
        <p:nvSpPr>
          <p:cNvPr id="32" name="PlaceHolder 4"/>
          <p:cNvSpPr>
            <a:spLocks noGrp="1"/>
          </p:cNvSpPr>
          <p:nvPr>
            <p:ph type="title"/>
          </p:nvPr>
        </p:nvSpPr>
        <p:spPr>
          <a:xfrm>
            <a:off x="2865240" y="1668240"/>
            <a:ext cx="792720" cy="310320"/>
          </a:xfrm>
          <a:prstGeom prst="rect">
            <a:avLst/>
          </a:prstGeom>
          <a:noFill/>
          <a:ln w="0">
            <a:noFill/>
          </a:ln>
        </p:spPr>
        <p:txBody>
          <a:bodyPr lIns="91440" tIns="91440" rIns="91440" bIns="91440" anchor="b">
            <a:noAutofit/>
          </a:bodyPr>
          <a:lstStyle/>
          <a:p>
            <a:pPr indent="0">
              <a:lnSpc>
                <a:spcPct val="100000"/>
              </a:lnSpc>
              <a:buNone/>
            </a:pPr>
            <a:r>
              <a:rPr lang="fr-FR" sz="2000" b="0" u="none" strike="noStrike">
                <a:solidFill>
                  <a:schemeClr val="lt2"/>
                </a:solidFill>
                <a:effectLst/>
                <a:uFillTx/>
                <a:latin typeface="Goldman"/>
                <a:ea typeface="Goldman"/>
              </a:rPr>
              <a:t>xx%</a:t>
            </a:r>
            <a:endParaRPr lang="fr-FR" sz="2000" b="0" u="none" strike="noStrike">
              <a:solidFill>
                <a:schemeClr val="dk1"/>
              </a:solidFill>
              <a:effectLst/>
              <a:uFillTx/>
              <a:latin typeface="Arial"/>
            </a:endParaRPr>
          </a:p>
        </p:txBody>
      </p:sp>
      <p:sp>
        <p:nvSpPr>
          <p:cNvPr id="33" name="PlaceHolder 5"/>
          <p:cNvSpPr>
            <a:spLocks noGrp="1"/>
          </p:cNvSpPr>
          <p:nvPr>
            <p:ph type="title"/>
          </p:nvPr>
        </p:nvSpPr>
        <p:spPr>
          <a:xfrm>
            <a:off x="2864520" y="3476520"/>
            <a:ext cx="794520" cy="310320"/>
          </a:xfrm>
          <a:prstGeom prst="rect">
            <a:avLst/>
          </a:prstGeom>
          <a:noFill/>
          <a:ln w="0">
            <a:noFill/>
          </a:ln>
        </p:spPr>
        <p:txBody>
          <a:bodyPr lIns="91440" tIns="91440" rIns="91440" bIns="91440" anchor="b">
            <a:noAutofit/>
          </a:bodyPr>
          <a:lstStyle/>
          <a:p>
            <a:pPr indent="0">
              <a:lnSpc>
                <a:spcPct val="100000"/>
              </a:lnSpc>
              <a:buNone/>
            </a:pPr>
            <a:r>
              <a:rPr lang="fr-FR" sz="2000" b="0" u="none" strike="noStrike">
                <a:solidFill>
                  <a:schemeClr val="lt2"/>
                </a:solidFill>
                <a:effectLst/>
                <a:uFillTx/>
                <a:latin typeface="Goldman"/>
                <a:ea typeface="Goldman"/>
              </a:rPr>
              <a:t>xx%</a:t>
            </a:r>
            <a:endParaRPr lang="fr-FR" sz="2000" b="0" u="none" strike="noStrike">
              <a:solidFill>
                <a:schemeClr val="dk1"/>
              </a:solidFill>
              <a:effectLst/>
              <a:uFillTx/>
              <a:latin typeface="Arial"/>
            </a:endParaRPr>
          </a:p>
        </p:txBody>
      </p:sp>
      <p:sp>
        <p:nvSpPr>
          <p:cNvPr id="34" name="PlaceHolder 6"/>
          <p:cNvSpPr>
            <a:spLocks noGrp="1"/>
          </p:cNvSpPr>
          <p:nvPr>
            <p:ph type="title"/>
          </p:nvPr>
        </p:nvSpPr>
        <p:spPr>
          <a:xfrm>
            <a:off x="412200" y="1667880"/>
            <a:ext cx="794520" cy="310320"/>
          </a:xfrm>
          <a:prstGeom prst="rect">
            <a:avLst/>
          </a:prstGeom>
          <a:noFill/>
          <a:ln w="0">
            <a:noFill/>
          </a:ln>
        </p:spPr>
        <p:txBody>
          <a:bodyPr lIns="91440" tIns="91440" rIns="91440" bIns="91440" anchor="b">
            <a:noAutofit/>
          </a:bodyPr>
          <a:lstStyle/>
          <a:p>
            <a:pPr indent="0">
              <a:lnSpc>
                <a:spcPct val="100000"/>
              </a:lnSpc>
              <a:buNone/>
            </a:pPr>
            <a:r>
              <a:rPr lang="fr-FR" sz="2000" b="0" u="none" strike="noStrike">
                <a:solidFill>
                  <a:schemeClr val="lt2"/>
                </a:solidFill>
                <a:effectLst/>
                <a:uFillTx/>
                <a:latin typeface="Goldman"/>
                <a:ea typeface="Goldman"/>
              </a:rPr>
              <a:t>xx%</a:t>
            </a:r>
            <a:endParaRPr lang="fr-FR" sz="2000" b="0" u="none" strike="noStrike">
              <a:solidFill>
                <a:schemeClr val="dk1"/>
              </a:solidFill>
              <a:effectLst/>
              <a:uFillTx/>
              <a:latin typeface="Arial"/>
            </a:endParaRPr>
          </a:p>
        </p:txBody>
      </p:sp>
      <p:sp>
        <p:nvSpPr>
          <p:cNvPr id="35" name="PlaceHolder 7"/>
          <p:cNvSpPr>
            <a:spLocks noGrp="1"/>
          </p:cNvSpPr>
          <p:nvPr>
            <p:ph type="title"/>
          </p:nvPr>
        </p:nvSpPr>
        <p:spPr>
          <a:xfrm>
            <a:off x="412200" y="3476520"/>
            <a:ext cx="794520" cy="310320"/>
          </a:xfrm>
          <a:prstGeom prst="rect">
            <a:avLst/>
          </a:prstGeom>
          <a:noFill/>
          <a:ln w="0">
            <a:noFill/>
          </a:ln>
        </p:spPr>
        <p:txBody>
          <a:bodyPr lIns="91440" tIns="91440" rIns="91440" bIns="91440" anchor="b">
            <a:noAutofit/>
          </a:bodyPr>
          <a:lstStyle/>
          <a:p>
            <a:pPr indent="0">
              <a:lnSpc>
                <a:spcPct val="100000"/>
              </a:lnSpc>
              <a:buNone/>
            </a:pPr>
            <a:r>
              <a:rPr lang="fr-FR" sz="2000" b="0" u="none" strike="noStrike">
                <a:solidFill>
                  <a:schemeClr val="lt2"/>
                </a:solidFill>
                <a:effectLst/>
                <a:uFillTx/>
                <a:latin typeface="Goldman"/>
                <a:ea typeface="Goldman"/>
              </a:rPr>
              <a:t>xx%</a:t>
            </a:r>
            <a:endParaRPr lang="fr-FR" sz="2000" b="0" u="none" strike="noStrike">
              <a:solidFill>
                <a:schemeClr val="dk1"/>
              </a:solidFill>
              <a:effectLst/>
              <a:uFillTx/>
              <a:latin typeface="Aria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BLANK_1_1_1_1_1_1">
    <p:bg>
      <p:bgPr>
        <a:solidFill>
          <a:srgbClr val="000000"/>
        </a:solidFill>
        <a:effectLst/>
      </p:bgPr>
    </p:bg>
    <p:spTree>
      <p:nvGrpSpPr>
        <p:cNvPr id="1" name=""/>
        <p:cNvGrpSpPr/>
        <p:nvPr/>
      </p:nvGrpSpPr>
      <p:grpSpPr>
        <a:xfrm>
          <a:off x="0" y="0"/>
          <a:ext cx="0" cy="0"/>
          <a:chOff x="0" y="0"/>
          <a:chExt cx="0" cy="0"/>
        </a:xfrm>
      </p:grpSpPr>
      <p:sp>
        <p:nvSpPr>
          <p:cNvPr id="36" name="PlaceHolder 1"/>
          <p:cNvSpPr>
            <a:spLocks noGrp="1"/>
          </p:cNvSpPr>
          <p:nvPr>
            <p:ph type="title"/>
          </p:nvPr>
        </p:nvSpPr>
        <p:spPr>
          <a:xfrm>
            <a:off x="565560" y="510480"/>
            <a:ext cx="4192920" cy="754560"/>
          </a:xfrm>
          <a:prstGeom prst="rect">
            <a:avLst/>
          </a:prstGeom>
          <a:noFill/>
          <a:ln w="0">
            <a:noFill/>
          </a:ln>
        </p:spPr>
        <p:txBody>
          <a:bodyPr lIns="91440" tIns="91440" rIns="91440" bIns="91440" anchor="b">
            <a:noAutofit/>
          </a:bodyPr>
          <a:lstStyle/>
          <a:p>
            <a:pPr indent="0">
              <a:lnSpc>
                <a:spcPct val="100000"/>
              </a:lnSpc>
              <a:buNone/>
            </a:pPr>
            <a:r>
              <a:rPr lang="fr-FR" sz="4500" b="0" u="none" strike="noStrike">
                <a:solidFill>
                  <a:schemeClr val="lt2"/>
                </a:solidFill>
                <a:effectLst/>
                <a:uFillTx/>
                <a:latin typeface="Goldman"/>
                <a:ea typeface="Goldman"/>
              </a:rPr>
              <a:t>xx%</a:t>
            </a:r>
            <a:endParaRPr lang="fr-FR" sz="4500" b="0" u="none" strike="noStrike">
              <a:solidFill>
                <a:schemeClr val="dk1"/>
              </a:solidFill>
              <a:effectLst/>
              <a:uFillTx/>
              <a:latin typeface="Arial"/>
            </a:endParaRPr>
          </a:p>
        </p:txBody>
      </p:sp>
      <p:sp>
        <p:nvSpPr>
          <p:cNvPr id="37" name="PlaceHolder 2"/>
          <p:cNvSpPr>
            <a:spLocks noGrp="1"/>
          </p:cNvSpPr>
          <p:nvPr>
            <p:ph type="title"/>
          </p:nvPr>
        </p:nvSpPr>
        <p:spPr>
          <a:xfrm>
            <a:off x="565560" y="1970280"/>
            <a:ext cx="4192920" cy="754560"/>
          </a:xfrm>
          <a:prstGeom prst="rect">
            <a:avLst/>
          </a:prstGeom>
          <a:noFill/>
          <a:ln w="0">
            <a:noFill/>
          </a:ln>
        </p:spPr>
        <p:txBody>
          <a:bodyPr lIns="91440" tIns="91440" rIns="91440" bIns="91440" anchor="b">
            <a:noAutofit/>
          </a:bodyPr>
          <a:lstStyle/>
          <a:p>
            <a:pPr indent="0">
              <a:lnSpc>
                <a:spcPct val="100000"/>
              </a:lnSpc>
              <a:buNone/>
            </a:pPr>
            <a:r>
              <a:rPr lang="fr-FR" sz="4500" b="0" u="none" strike="noStrike">
                <a:solidFill>
                  <a:schemeClr val="lt2"/>
                </a:solidFill>
                <a:effectLst/>
                <a:uFillTx/>
                <a:latin typeface="Goldman"/>
                <a:ea typeface="Goldman"/>
              </a:rPr>
              <a:t>xx%</a:t>
            </a:r>
            <a:endParaRPr lang="fr-FR" sz="4500" b="0" u="none" strike="noStrike">
              <a:solidFill>
                <a:schemeClr val="dk1"/>
              </a:solidFill>
              <a:effectLst/>
              <a:uFillTx/>
              <a:latin typeface="Arial"/>
            </a:endParaRPr>
          </a:p>
        </p:txBody>
      </p:sp>
      <p:pic>
        <p:nvPicPr>
          <p:cNvPr id="38" name="Google Shape;111;p20"/>
          <p:cNvPicPr/>
          <p:nvPr/>
        </p:nvPicPr>
        <p:blipFill>
          <a:blip r:embed="rId2"/>
          <a:srcRect l="659" r="5106" b="5177"/>
          <a:stretch/>
        </p:blipFill>
        <p:spPr>
          <a:xfrm rot="10800000">
            <a:off x="56880" y="0"/>
            <a:ext cx="9087120" cy="5143320"/>
          </a:xfrm>
          <a:prstGeom prst="rect">
            <a:avLst/>
          </a:prstGeom>
          <a:noFill/>
          <a:ln w="0">
            <a:noFill/>
          </a:ln>
        </p:spPr>
      </p:pic>
      <p:pic>
        <p:nvPicPr>
          <p:cNvPr id="39" name="Google Shape;112;p20"/>
          <p:cNvPicPr/>
          <p:nvPr/>
        </p:nvPicPr>
        <p:blipFill>
          <a:blip r:embed="rId3"/>
          <a:srcRect l="73197" t="14242" b="33519"/>
          <a:stretch/>
        </p:blipFill>
        <p:spPr>
          <a:xfrm rot="10800000">
            <a:off x="360" y="2557440"/>
            <a:ext cx="2449440" cy="2585880"/>
          </a:xfrm>
          <a:prstGeom prst="rect">
            <a:avLst/>
          </a:prstGeom>
          <a:noFill/>
          <a:ln w="0">
            <a:noFill/>
          </a:ln>
        </p:spPr>
      </p:pic>
      <p:sp>
        <p:nvSpPr>
          <p:cNvPr id="40" name="PlaceHolder 3"/>
          <p:cNvSpPr>
            <a:spLocks noGrp="1"/>
          </p:cNvSpPr>
          <p:nvPr>
            <p:ph type="body"/>
          </p:nvPr>
        </p:nvSpPr>
        <p:spPr>
          <a:xfrm>
            <a:off x="4836600" y="1193400"/>
            <a:ext cx="4307040" cy="3949920"/>
          </a:xfrm>
          <a:prstGeom prst="rect">
            <a:avLst/>
          </a:prstGeom>
          <a:noFill/>
          <a:ln w="0">
            <a:noFill/>
          </a:ln>
        </p:spPr>
        <p:txBody>
          <a:bodyPr lIns="90000" tIns="45000" rIns="90000" bIns="45000" anchor="t">
            <a:normAutofit/>
          </a:bodyPr>
          <a:lstStyle/>
          <a:p>
            <a:pPr marL="432000" indent="-324000">
              <a:spcBef>
                <a:spcPts val="1417"/>
              </a:spcBef>
              <a:buClr>
                <a:srgbClr val="FFFFFF"/>
              </a:buClr>
              <a:buSzPct val="45000"/>
              <a:buFont typeface="Wingdings" charset="2"/>
              <a:buChar char=""/>
            </a:pPr>
            <a:r>
              <a:rPr lang="fr-FR" sz="1800" b="0" u="none" strike="noStrike">
                <a:solidFill>
                  <a:srgbClr val="000000"/>
                </a:solidFill>
                <a:effectLst/>
                <a:uFillTx/>
                <a:latin typeface="Arial"/>
              </a:rPr>
              <a:t>Click to edit the outline text format</a:t>
            </a:r>
          </a:p>
          <a:p>
            <a:pPr marL="864000" lvl="1" indent="-324000">
              <a:spcBef>
                <a:spcPts val="1134"/>
              </a:spcBef>
              <a:buClr>
                <a:srgbClr val="FFFFFF"/>
              </a:buClr>
              <a:buSzPct val="75000"/>
              <a:buFont typeface="Symbol" charset="2"/>
              <a:buChar char=""/>
            </a:pPr>
            <a:r>
              <a:rPr lang="fr-FR" sz="1800" b="0" u="none" strike="noStrike">
                <a:solidFill>
                  <a:srgbClr val="000000"/>
                </a:solidFill>
                <a:effectLst/>
                <a:uFillTx/>
                <a:latin typeface="Arial"/>
              </a:rPr>
              <a:t>Second Outline Level</a:t>
            </a:r>
          </a:p>
          <a:p>
            <a:pPr marL="1296000" lvl="2" indent="-288000">
              <a:spcBef>
                <a:spcPts val="850"/>
              </a:spcBef>
              <a:buClr>
                <a:srgbClr val="FFFFFF"/>
              </a:buClr>
              <a:buSzPct val="45000"/>
              <a:buFont typeface="Wingdings" charset="2"/>
              <a:buChar char=""/>
            </a:pPr>
            <a:r>
              <a:rPr lang="fr-FR" sz="1800" b="0" u="none" strike="noStrike">
                <a:solidFill>
                  <a:srgbClr val="000000"/>
                </a:solidFill>
                <a:effectLst/>
                <a:uFillTx/>
                <a:latin typeface="Arial"/>
              </a:rPr>
              <a:t>Third Outline Level</a:t>
            </a:r>
          </a:p>
          <a:p>
            <a:pPr marL="1728000" lvl="3" indent="-216000">
              <a:spcBef>
                <a:spcPts val="567"/>
              </a:spcBef>
              <a:buClr>
                <a:srgbClr val="FFFFFF"/>
              </a:buClr>
              <a:buSzPct val="75000"/>
              <a:buFont typeface="Symbol" charset="2"/>
              <a:buChar char=""/>
            </a:pPr>
            <a:r>
              <a:rPr lang="fr-FR" sz="1800" b="0" u="none" strike="noStrike">
                <a:solidFill>
                  <a:srgbClr val="000000"/>
                </a:solidFill>
                <a:effectLst/>
                <a:uFillTx/>
                <a:latin typeface="Arial"/>
              </a:rPr>
              <a:t>Fourth Outline Level</a:t>
            </a:r>
          </a:p>
          <a:p>
            <a:pPr marL="2160000" lvl="4" indent="-216000">
              <a:spcBef>
                <a:spcPts val="283"/>
              </a:spcBef>
              <a:buClr>
                <a:srgbClr val="FFFFFF"/>
              </a:buClr>
              <a:buSzPct val="45000"/>
              <a:buFont typeface="Wingdings" charset="2"/>
              <a:buChar char=""/>
            </a:pPr>
            <a:r>
              <a:rPr lang="fr-FR" sz="1800" b="0" u="none" strike="noStrike">
                <a:solidFill>
                  <a:srgbClr val="000000"/>
                </a:solidFill>
                <a:effectLst/>
                <a:uFillTx/>
                <a:latin typeface="Arial"/>
              </a:rPr>
              <a:t>Fifth Outline Level</a:t>
            </a:r>
          </a:p>
          <a:p>
            <a:pPr marL="2592000" lvl="5" indent="-216000">
              <a:spcBef>
                <a:spcPts val="283"/>
              </a:spcBef>
              <a:buClr>
                <a:srgbClr val="FFFFFF"/>
              </a:buClr>
              <a:buSzPct val="45000"/>
              <a:buFont typeface="Wingdings" charset="2"/>
              <a:buChar char=""/>
            </a:pPr>
            <a:r>
              <a:rPr lang="fr-FR" sz="1800" b="0" u="none" strike="noStrike">
                <a:solidFill>
                  <a:srgbClr val="000000"/>
                </a:solidFill>
                <a:effectLst/>
                <a:uFillTx/>
                <a:latin typeface="Arial"/>
              </a:rPr>
              <a:t>Sixth Outline Level</a:t>
            </a:r>
          </a:p>
          <a:p>
            <a:pPr marL="3024000" lvl="6" indent="-216000">
              <a:spcBef>
                <a:spcPts val="283"/>
              </a:spcBef>
              <a:buClr>
                <a:srgbClr val="FFFFFF"/>
              </a:buClr>
              <a:buSzPct val="45000"/>
              <a:buFont typeface="Wingdings" charset="2"/>
              <a:buChar char=""/>
            </a:pPr>
            <a:r>
              <a:rPr lang="fr-FR" sz="1800" b="0" u="none" strike="noStrike">
                <a:solidFill>
                  <a:srgbClr val="000000"/>
                </a:solidFill>
                <a:effectLst/>
                <a:uFillTx/>
                <a:latin typeface="Arial"/>
              </a:rPr>
              <a:t>Seventh Outline Level</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SECTION_HEADER">
    <p:bg>
      <p:bgPr>
        <a:solidFill>
          <a:srgbClr val="000000"/>
        </a:solidFill>
        <a:effectLst/>
      </p:bgPr>
    </p:bg>
    <p:spTree>
      <p:nvGrpSpPr>
        <p:cNvPr id="1" name=""/>
        <p:cNvGrpSpPr/>
        <p:nvPr/>
      </p:nvGrpSpPr>
      <p:grpSpPr>
        <a:xfrm>
          <a:off x="0" y="0"/>
          <a:ext cx="0" cy="0"/>
          <a:chOff x="0" y="0"/>
          <a:chExt cx="0" cy="0"/>
        </a:xfrm>
      </p:grpSpPr>
      <p:pic>
        <p:nvPicPr>
          <p:cNvPr id="41" name="Google Shape;14;p3"/>
          <p:cNvPicPr/>
          <p:nvPr/>
        </p:nvPicPr>
        <p:blipFill>
          <a:blip r:embed="rId2"/>
          <a:srcRect l="3735"/>
          <a:stretch/>
        </p:blipFill>
        <p:spPr>
          <a:xfrm>
            <a:off x="0" y="0"/>
            <a:ext cx="9143640" cy="5143320"/>
          </a:xfrm>
          <a:prstGeom prst="rect">
            <a:avLst/>
          </a:prstGeom>
          <a:noFill/>
          <a:ln w="0">
            <a:noFill/>
          </a:ln>
        </p:spPr>
      </p:pic>
      <p:sp>
        <p:nvSpPr>
          <p:cNvPr id="42" name="PlaceHolder 1"/>
          <p:cNvSpPr>
            <a:spLocks noGrp="1"/>
          </p:cNvSpPr>
          <p:nvPr>
            <p:ph type="title"/>
          </p:nvPr>
        </p:nvSpPr>
        <p:spPr>
          <a:xfrm>
            <a:off x="370080" y="2355480"/>
            <a:ext cx="4792680" cy="1581120"/>
          </a:xfrm>
          <a:prstGeom prst="rect">
            <a:avLst/>
          </a:prstGeom>
          <a:noFill/>
          <a:ln w="0">
            <a:noFill/>
          </a:ln>
        </p:spPr>
        <p:txBody>
          <a:bodyPr lIns="91440" tIns="91440" rIns="91440" bIns="91440" anchor="b">
            <a:noAutofit/>
          </a:bodyPr>
          <a:lstStyle/>
          <a:p>
            <a:pPr indent="0">
              <a:buNone/>
            </a:pPr>
            <a:r>
              <a:rPr lang="fr-FR" sz="4600" b="0" u="none" strike="noStrike">
                <a:solidFill>
                  <a:schemeClr val="dk1"/>
                </a:solidFill>
                <a:effectLst/>
                <a:uFillTx/>
                <a:latin typeface="Arial"/>
              </a:rPr>
              <a:t>Click to edit the title text format</a:t>
            </a:r>
          </a:p>
        </p:txBody>
      </p:sp>
      <p:sp>
        <p:nvSpPr>
          <p:cNvPr id="43" name="PlaceHolder 2"/>
          <p:cNvSpPr>
            <a:spLocks noGrp="1"/>
          </p:cNvSpPr>
          <p:nvPr>
            <p:ph type="title"/>
          </p:nvPr>
        </p:nvSpPr>
        <p:spPr>
          <a:xfrm>
            <a:off x="6351120" y="152640"/>
            <a:ext cx="1267920" cy="1269360"/>
          </a:xfrm>
          <a:prstGeom prst="rect">
            <a:avLst/>
          </a:prstGeom>
          <a:noFill/>
          <a:ln w="0">
            <a:noFill/>
          </a:ln>
        </p:spPr>
        <p:txBody>
          <a:bodyPr lIns="91440" tIns="91440" rIns="91440" bIns="91440" anchor="ctr">
            <a:noAutofit/>
          </a:bodyPr>
          <a:lstStyle/>
          <a:p>
            <a:pPr indent="0" algn="ctr">
              <a:lnSpc>
                <a:spcPct val="100000"/>
              </a:lnSpc>
              <a:buNone/>
            </a:pPr>
            <a:r>
              <a:rPr lang="fr-FR" sz="6000" b="0" u="none" strike="noStrike">
                <a:solidFill>
                  <a:schemeClr val="dk1"/>
                </a:solidFill>
                <a:effectLst/>
                <a:uFillTx/>
                <a:latin typeface="Goldman"/>
                <a:ea typeface="Goldman"/>
              </a:rPr>
              <a:t>xx%</a:t>
            </a:r>
            <a:endParaRPr lang="fr-FR" sz="6000" b="0" u="none" strike="noStrike">
              <a:solidFill>
                <a:schemeClr val="dk1"/>
              </a:solidFill>
              <a:effectLst/>
              <a:uFillTx/>
              <a:latin typeface="Arial"/>
            </a:endParaRPr>
          </a:p>
        </p:txBody>
      </p:sp>
      <p:sp>
        <p:nvSpPr>
          <p:cNvPr id="44" name="PlaceHolder 3"/>
          <p:cNvSpPr>
            <a:spLocks noGrp="1"/>
          </p:cNvSpPr>
          <p:nvPr>
            <p:ph type="body"/>
          </p:nvPr>
        </p:nvSpPr>
        <p:spPr>
          <a:xfrm>
            <a:off x="5195520" y="1507320"/>
            <a:ext cx="3948480" cy="2973240"/>
          </a:xfrm>
          <a:prstGeom prst="rect">
            <a:avLst/>
          </a:prstGeom>
          <a:noFill/>
          <a:ln w="0">
            <a:noFill/>
          </a:ln>
        </p:spPr>
        <p:txBody>
          <a:bodyPr lIns="90000" tIns="45000" rIns="90000" bIns="45000" anchor="t">
            <a:normAutofit/>
          </a:bodyPr>
          <a:lstStyle/>
          <a:p>
            <a:pPr marL="432000" indent="-324000">
              <a:spcBef>
                <a:spcPts val="1417"/>
              </a:spcBef>
              <a:buClr>
                <a:srgbClr val="FFFFFF"/>
              </a:buClr>
              <a:buSzPct val="45000"/>
              <a:buFont typeface="Wingdings" charset="2"/>
              <a:buChar char=""/>
            </a:pPr>
            <a:r>
              <a:rPr lang="fr-FR" sz="1800" b="0" u="none" strike="noStrike">
                <a:solidFill>
                  <a:srgbClr val="000000"/>
                </a:solidFill>
                <a:effectLst/>
                <a:uFillTx/>
                <a:latin typeface="Arial"/>
              </a:rPr>
              <a:t>Click to edit the outline text format</a:t>
            </a:r>
          </a:p>
          <a:p>
            <a:pPr marL="864000" lvl="1" indent="-324000">
              <a:spcBef>
                <a:spcPts val="1134"/>
              </a:spcBef>
              <a:buClr>
                <a:srgbClr val="FFFFFF"/>
              </a:buClr>
              <a:buSzPct val="75000"/>
              <a:buFont typeface="Symbol" charset="2"/>
              <a:buChar char=""/>
            </a:pPr>
            <a:r>
              <a:rPr lang="fr-FR" sz="1800" b="0" u="none" strike="noStrike">
                <a:solidFill>
                  <a:srgbClr val="000000"/>
                </a:solidFill>
                <a:effectLst/>
                <a:uFillTx/>
                <a:latin typeface="Arial"/>
              </a:rPr>
              <a:t>Second Outline Level</a:t>
            </a:r>
          </a:p>
          <a:p>
            <a:pPr marL="1296000" lvl="2" indent="-288000">
              <a:spcBef>
                <a:spcPts val="850"/>
              </a:spcBef>
              <a:buClr>
                <a:srgbClr val="FFFFFF"/>
              </a:buClr>
              <a:buSzPct val="45000"/>
              <a:buFont typeface="Wingdings" charset="2"/>
              <a:buChar char=""/>
            </a:pPr>
            <a:r>
              <a:rPr lang="fr-FR" sz="1800" b="0" u="none" strike="noStrike">
                <a:solidFill>
                  <a:srgbClr val="000000"/>
                </a:solidFill>
                <a:effectLst/>
                <a:uFillTx/>
                <a:latin typeface="Arial"/>
              </a:rPr>
              <a:t>Third Outline Level</a:t>
            </a:r>
          </a:p>
          <a:p>
            <a:pPr marL="1728000" lvl="3" indent="-216000">
              <a:spcBef>
                <a:spcPts val="567"/>
              </a:spcBef>
              <a:buClr>
                <a:srgbClr val="FFFFFF"/>
              </a:buClr>
              <a:buSzPct val="75000"/>
              <a:buFont typeface="Symbol" charset="2"/>
              <a:buChar char=""/>
            </a:pPr>
            <a:r>
              <a:rPr lang="fr-FR" sz="1800" b="0" u="none" strike="noStrike">
                <a:solidFill>
                  <a:srgbClr val="000000"/>
                </a:solidFill>
                <a:effectLst/>
                <a:uFillTx/>
                <a:latin typeface="Arial"/>
              </a:rPr>
              <a:t>Fourth Outline Level</a:t>
            </a:r>
          </a:p>
          <a:p>
            <a:pPr marL="2160000" lvl="4" indent="-216000">
              <a:spcBef>
                <a:spcPts val="283"/>
              </a:spcBef>
              <a:buClr>
                <a:srgbClr val="FFFFFF"/>
              </a:buClr>
              <a:buSzPct val="45000"/>
              <a:buFont typeface="Wingdings" charset="2"/>
              <a:buChar char=""/>
            </a:pPr>
            <a:r>
              <a:rPr lang="fr-FR" sz="1800" b="0" u="none" strike="noStrike">
                <a:solidFill>
                  <a:srgbClr val="000000"/>
                </a:solidFill>
                <a:effectLst/>
                <a:uFillTx/>
                <a:latin typeface="Arial"/>
              </a:rPr>
              <a:t>Fifth Outline Level</a:t>
            </a:r>
          </a:p>
          <a:p>
            <a:pPr marL="2592000" lvl="5" indent="-216000">
              <a:spcBef>
                <a:spcPts val="283"/>
              </a:spcBef>
              <a:buClr>
                <a:srgbClr val="FFFFFF"/>
              </a:buClr>
              <a:buSzPct val="45000"/>
              <a:buFont typeface="Wingdings" charset="2"/>
              <a:buChar char=""/>
            </a:pPr>
            <a:r>
              <a:rPr lang="fr-FR" sz="1800" b="0" u="none" strike="noStrike">
                <a:solidFill>
                  <a:srgbClr val="000000"/>
                </a:solidFill>
                <a:effectLst/>
                <a:uFillTx/>
                <a:latin typeface="Arial"/>
              </a:rPr>
              <a:t>Sixth Outline Level</a:t>
            </a:r>
          </a:p>
          <a:p>
            <a:pPr marL="3024000" lvl="6" indent="-216000">
              <a:spcBef>
                <a:spcPts val="283"/>
              </a:spcBef>
              <a:buClr>
                <a:srgbClr val="FFFFFF"/>
              </a:buClr>
              <a:buSzPct val="45000"/>
              <a:buFont typeface="Wingdings" charset="2"/>
              <a:buChar char=""/>
            </a:pPr>
            <a:r>
              <a:rPr lang="fr-FR" sz="1800" b="0" u="none" strike="noStrike">
                <a:solidFill>
                  <a:srgbClr val="000000"/>
                </a:solidFill>
                <a:effectLst/>
                <a:uFillTx/>
                <a:latin typeface="Arial"/>
              </a:rPr>
              <a:t>Seventh Outline Level</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CUSTOM_3_1">
    <p:bg>
      <p:bgPr>
        <a:solidFill>
          <a:srgbClr val="000000"/>
        </a:solidFill>
        <a:effectLst/>
      </p:bgPr>
    </p:bg>
    <p:spTree>
      <p:nvGrpSpPr>
        <p:cNvPr id="1" name=""/>
        <p:cNvGrpSpPr/>
        <p:nvPr/>
      </p:nvGrpSpPr>
      <p:grpSpPr>
        <a:xfrm>
          <a:off x="0" y="0"/>
          <a:ext cx="0" cy="0"/>
          <a:chOff x="0" y="0"/>
          <a:chExt cx="0" cy="0"/>
        </a:xfrm>
      </p:grpSpPr>
      <p:pic>
        <p:nvPicPr>
          <p:cNvPr id="45" name="Google Shape;115;p21"/>
          <p:cNvPicPr/>
          <p:nvPr/>
        </p:nvPicPr>
        <p:blipFill>
          <a:blip r:embed="rId2"/>
          <a:srcRect l="-8567" r="12300"/>
          <a:stretch/>
        </p:blipFill>
        <p:spPr>
          <a:xfrm rot="10800000">
            <a:off x="360" y="0"/>
            <a:ext cx="9143640" cy="5143320"/>
          </a:xfrm>
          <a:prstGeom prst="rect">
            <a:avLst/>
          </a:prstGeom>
          <a:noFill/>
          <a:ln w="0">
            <a:noFill/>
          </a:ln>
        </p:spPr>
      </p:pic>
      <p:sp>
        <p:nvSpPr>
          <p:cNvPr id="46" name="PlaceHolder 1"/>
          <p:cNvSpPr>
            <a:spLocks noGrp="1"/>
          </p:cNvSpPr>
          <p:nvPr>
            <p:ph type="title"/>
          </p:nvPr>
        </p:nvSpPr>
        <p:spPr>
          <a:xfrm>
            <a:off x="565560" y="504720"/>
            <a:ext cx="5089680" cy="1058400"/>
          </a:xfrm>
          <a:prstGeom prst="rect">
            <a:avLst/>
          </a:prstGeom>
          <a:noFill/>
          <a:ln w="0">
            <a:noFill/>
          </a:ln>
        </p:spPr>
        <p:txBody>
          <a:bodyPr lIns="91440" tIns="91440" rIns="91440" bIns="91440" anchor="b">
            <a:noAutofit/>
          </a:bodyPr>
          <a:lstStyle/>
          <a:p>
            <a:pPr indent="0">
              <a:buNone/>
            </a:pPr>
            <a:r>
              <a:rPr lang="fr-FR" sz="5400" b="0" u="none" strike="noStrike">
                <a:solidFill>
                  <a:schemeClr val="dk1"/>
                </a:solidFill>
                <a:effectLst/>
                <a:uFillTx/>
                <a:latin typeface="Arial"/>
              </a:rPr>
              <a:t>Click to edit the title text format</a:t>
            </a:r>
          </a:p>
        </p:txBody>
      </p:sp>
      <p:sp>
        <p:nvSpPr>
          <p:cNvPr id="47" name="Google Shape;118;p21"/>
          <p:cNvSpPr/>
          <p:nvPr/>
        </p:nvSpPr>
        <p:spPr>
          <a:xfrm>
            <a:off x="5766840" y="3377160"/>
            <a:ext cx="2976840" cy="555840"/>
          </a:xfrm>
          <a:prstGeom prst="rect">
            <a:avLst/>
          </a:prstGeom>
          <a:noFill/>
          <a:ln w="0">
            <a:noFill/>
          </a:ln>
        </p:spPr>
        <p:style>
          <a:lnRef idx="0">
            <a:scrgbClr r="0" g="0" b="0"/>
          </a:lnRef>
          <a:fillRef idx="0">
            <a:scrgbClr r="0" g="0" b="0"/>
          </a:fillRef>
          <a:effectRef idx="0">
            <a:scrgbClr r="0" g="0" b="0"/>
          </a:effectRef>
          <a:fontRef idx="minor"/>
        </p:style>
        <p:txBody>
          <a:bodyPr tIns="91440" bIns="91440" anchor="t">
            <a:noAutofit/>
          </a:bodyPr>
          <a:lstStyle/>
          <a:p>
            <a:pPr algn="r" defTabSz="914400">
              <a:lnSpc>
                <a:spcPct val="100000"/>
              </a:lnSpc>
              <a:tabLst>
                <a:tab pos="0" algn="l"/>
              </a:tabLst>
            </a:pPr>
            <a:r>
              <a:rPr lang="en" sz="1000" b="1" u="none" strike="noStrike">
                <a:solidFill>
                  <a:schemeClr val="dk1"/>
                </a:solidFill>
                <a:effectLst/>
                <a:uFillTx/>
                <a:latin typeface="Open Sans"/>
                <a:ea typeface="Open Sans"/>
              </a:rPr>
              <a:t>CREDITS:</a:t>
            </a:r>
            <a:r>
              <a:rPr lang="en" sz="1000" b="0" u="none" strike="noStrike">
                <a:solidFill>
                  <a:schemeClr val="dk1"/>
                </a:solidFill>
                <a:effectLst/>
                <a:uFillTx/>
                <a:latin typeface="Open Sans"/>
                <a:ea typeface="Open Sans"/>
              </a:rPr>
              <a:t> This presentation template was created by </a:t>
            </a:r>
            <a:r>
              <a:rPr lang="en" sz="1000" b="1" u="sng" strike="noStrike">
                <a:solidFill>
                  <a:schemeClr val="dk1"/>
                </a:solidFill>
                <a:effectLst/>
                <a:uFillTx/>
                <a:latin typeface="Open Sans"/>
                <a:ea typeface="Open Sans"/>
                <a:hlinkClick r:id="rId3"/>
              </a:rPr>
              <a:t>Slidesgo</a:t>
            </a:r>
            <a:r>
              <a:rPr lang="en" sz="1000" b="0" u="none" strike="noStrike">
                <a:solidFill>
                  <a:schemeClr val="dk1"/>
                </a:solidFill>
                <a:effectLst/>
                <a:uFillTx/>
                <a:latin typeface="Open Sans"/>
                <a:ea typeface="Open Sans"/>
              </a:rPr>
              <a:t>, and includes icons, infographics &amp; images by </a:t>
            </a:r>
            <a:r>
              <a:rPr lang="en" sz="1000" b="1" u="sng" strike="noStrike">
                <a:solidFill>
                  <a:schemeClr val="dk1"/>
                </a:solidFill>
                <a:effectLst/>
                <a:uFillTx/>
                <a:latin typeface="Open Sans"/>
                <a:ea typeface="Open Sans"/>
                <a:hlinkClick r:id="rId4"/>
              </a:rPr>
              <a:t>Freepik</a:t>
            </a:r>
            <a:r>
              <a:rPr lang="en" sz="1000" b="0" u="none" strike="noStrike">
                <a:solidFill>
                  <a:schemeClr val="dk1"/>
                </a:solidFill>
                <a:effectLst/>
                <a:uFillTx/>
                <a:latin typeface="Open Sans"/>
                <a:ea typeface="Open Sans"/>
              </a:rPr>
              <a:t> </a:t>
            </a:r>
            <a:endParaRPr lang="en-US" sz="1000" b="0" u="none" strike="noStrike">
              <a:solidFill>
                <a:srgbClr val="FFFFFF"/>
              </a:solidFill>
              <a:effectLst/>
              <a:uFillTx/>
              <a:latin typeface="OpenSymbol"/>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_1_1_1_1_1_1_1">
    <p:bg>
      <p:bgPr>
        <a:solidFill>
          <a:srgbClr val="000000"/>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BLANK_1_1_1_1_1_1_1_1">
    <p:bg>
      <p:bgPr>
        <a:solidFill>
          <a:srgbClr val="000000"/>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x" preserve="1">
  <p:cSld name="TITLE_AND_BODY">
    <p:bg>
      <p:bgPr>
        <a:solidFill>
          <a:srgbClr val="000000"/>
        </a:solidFill>
        <a:effectLst/>
      </p:bgPr>
    </p:bg>
    <p:spTree>
      <p:nvGrpSpPr>
        <p:cNvPr id="1" name=""/>
        <p:cNvGrpSpPr/>
        <p:nvPr/>
      </p:nvGrpSpPr>
      <p:grpSpPr>
        <a:xfrm>
          <a:off x="0" y="0"/>
          <a:ext cx="0" cy="0"/>
          <a:chOff x="0" y="0"/>
          <a:chExt cx="0" cy="0"/>
        </a:xfrm>
      </p:grpSpPr>
      <p:pic>
        <p:nvPicPr>
          <p:cNvPr id="48" name="Google Shape;20;p4"/>
          <p:cNvPicPr/>
          <p:nvPr/>
        </p:nvPicPr>
        <p:blipFill>
          <a:blip r:embed="rId2"/>
          <a:srcRect t="-7978" b="7978"/>
          <a:stretch/>
        </p:blipFill>
        <p:spPr>
          <a:xfrm rot="10800000" flipH="1">
            <a:off x="0" y="0"/>
            <a:ext cx="9143640" cy="5143320"/>
          </a:xfrm>
          <a:prstGeom prst="rect">
            <a:avLst/>
          </a:prstGeom>
          <a:noFill/>
          <a:ln w="0">
            <a:noFill/>
          </a:ln>
        </p:spPr>
      </p:pic>
      <p:sp>
        <p:nvSpPr>
          <p:cNvPr id="49" name="PlaceHolder 1"/>
          <p:cNvSpPr>
            <a:spLocks noGrp="1"/>
          </p:cNvSpPr>
          <p:nvPr>
            <p:ph type="title"/>
          </p:nvPr>
        </p:nvSpPr>
        <p:spPr>
          <a:xfrm>
            <a:off x="413280" y="309960"/>
            <a:ext cx="8124840" cy="572400"/>
          </a:xfrm>
          <a:prstGeom prst="rect">
            <a:avLst/>
          </a:prstGeom>
          <a:noFill/>
          <a:ln w="0">
            <a:noFill/>
          </a:ln>
        </p:spPr>
        <p:txBody>
          <a:bodyPr lIns="91440" tIns="91440" rIns="91440" bIns="91440" anchor="t">
            <a:noAutofit/>
          </a:bodyPr>
          <a:lstStyle/>
          <a:p>
            <a:pPr indent="0">
              <a:buNone/>
            </a:pPr>
            <a:r>
              <a:rPr lang="fr-FR" sz="2600" b="0" u="none" strike="noStrike">
                <a:solidFill>
                  <a:schemeClr val="dk1"/>
                </a:solidFill>
                <a:effectLst/>
                <a:uFillTx/>
                <a:latin typeface="Arial"/>
              </a:rPr>
              <a:t>Click to edit the title text format</a:t>
            </a:r>
          </a:p>
        </p:txBody>
      </p:sp>
      <p:sp>
        <p:nvSpPr>
          <p:cNvPr id="50" name="PlaceHolder 2"/>
          <p:cNvSpPr>
            <a:spLocks noGrp="1"/>
          </p:cNvSpPr>
          <p:nvPr>
            <p:ph type="body"/>
          </p:nvPr>
        </p:nvSpPr>
        <p:spPr>
          <a:xfrm>
            <a:off x="413280" y="1089000"/>
            <a:ext cx="8124840" cy="3430440"/>
          </a:xfrm>
          <a:prstGeom prst="rect">
            <a:avLst/>
          </a:prstGeom>
          <a:noFill/>
          <a:ln w="0">
            <a:noFill/>
          </a:ln>
        </p:spPr>
        <p:txBody>
          <a:bodyPr lIns="91440" tIns="91440" rIns="91440" bIns="91440" anchor="t">
            <a:noAutofit/>
          </a:bodyPr>
          <a:lstStyle/>
          <a:p>
            <a:pPr marL="432000" indent="-324000">
              <a:spcBef>
                <a:spcPts val="1417"/>
              </a:spcBef>
              <a:buClr>
                <a:srgbClr val="FFFFFF"/>
              </a:buClr>
              <a:buSzPct val="45000"/>
              <a:buFont typeface="Wingdings" charset="2"/>
              <a:buChar char=""/>
            </a:pPr>
            <a:r>
              <a:rPr lang="fr-FR" sz="1200" b="0" u="none" strike="noStrike">
                <a:solidFill>
                  <a:srgbClr val="000000"/>
                </a:solidFill>
                <a:effectLst/>
                <a:uFillTx/>
                <a:latin typeface="Arial"/>
              </a:rPr>
              <a:t>Click to edit the outline text format</a:t>
            </a:r>
          </a:p>
          <a:p>
            <a:pPr marL="864000" lvl="1" indent="-324000">
              <a:spcBef>
                <a:spcPts val="1134"/>
              </a:spcBef>
              <a:buClr>
                <a:srgbClr val="FFFFFF"/>
              </a:buClr>
              <a:buSzPct val="75000"/>
              <a:buFont typeface="Symbol" charset="2"/>
              <a:buChar char=""/>
            </a:pPr>
            <a:r>
              <a:rPr lang="fr-FR" sz="1200" b="0" u="none" strike="noStrike">
                <a:solidFill>
                  <a:srgbClr val="000000"/>
                </a:solidFill>
                <a:effectLst/>
                <a:uFillTx/>
                <a:latin typeface="Arial"/>
              </a:rPr>
              <a:t>Second Outline Level</a:t>
            </a:r>
          </a:p>
          <a:p>
            <a:pPr marL="1296000" lvl="2" indent="-288000">
              <a:spcBef>
                <a:spcPts val="850"/>
              </a:spcBef>
              <a:buClr>
                <a:srgbClr val="FFFFFF"/>
              </a:buClr>
              <a:buSzPct val="45000"/>
              <a:buFont typeface="Wingdings" charset="2"/>
              <a:buChar char=""/>
            </a:pPr>
            <a:r>
              <a:rPr lang="fr-FR" sz="1200" b="0" u="none" strike="noStrike">
                <a:solidFill>
                  <a:srgbClr val="000000"/>
                </a:solidFill>
                <a:effectLst/>
                <a:uFillTx/>
                <a:latin typeface="Arial"/>
              </a:rPr>
              <a:t>Third Outline Level</a:t>
            </a:r>
          </a:p>
          <a:p>
            <a:pPr marL="1728000" lvl="3" indent="-216000">
              <a:spcBef>
                <a:spcPts val="567"/>
              </a:spcBef>
              <a:buClr>
                <a:srgbClr val="FFFFFF"/>
              </a:buClr>
              <a:buSzPct val="75000"/>
              <a:buFont typeface="Symbol" charset="2"/>
              <a:buChar char=""/>
            </a:pPr>
            <a:r>
              <a:rPr lang="fr-FR" sz="1200" b="0" u="none" strike="noStrike">
                <a:solidFill>
                  <a:srgbClr val="000000"/>
                </a:solidFill>
                <a:effectLst/>
                <a:uFillTx/>
                <a:latin typeface="Arial"/>
              </a:rPr>
              <a:t>Fourth Outline Level</a:t>
            </a:r>
          </a:p>
          <a:p>
            <a:pPr marL="2160000" lvl="4" indent="-216000">
              <a:spcBef>
                <a:spcPts val="283"/>
              </a:spcBef>
              <a:buClr>
                <a:srgbClr val="FFFFFF"/>
              </a:buClr>
              <a:buSzPct val="45000"/>
              <a:buFont typeface="Wingdings" charset="2"/>
              <a:buChar char=""/>
            </a:pPr>
            <a:r>
              <a:rPr lang="fr-FR" sz="1200" b="0" u="none" strike="noStrike">
                <a:solidFill>
                  <a:srgbClr val="000000"/>
                </a:solidFill>
                <a:effectLst/>
                <a:uFillTx/>
                <a:latin typeface="Arial"/>
              </a:rPr>
              <a:t>Fifth Outline Level</a:t>
            </a:r>
          </a:p>
          <a:p>
            <a:pPr marL="2592000" lvl="5" indent="-216000">
              <a:spcBef>
                <a:spcPts val="283"/>
              </a:spcBef>
              <a:buClr>
                <a:srgbClr val="FFFFFF"/>
              </a:buClr>
              <a:buSzPct val="45000"/>
              <a:buFont typeface="Wingdings" charset="2"/>
              <a:buChar char=""/>
            </a:pPr>
            <a:r>
              <a:rPr lang="fr-FR" sz="1200" b="0" u="none" strike="noStrike">
                <a:solidFill>
                  <a:srgbClr val="000000"/>
                </a:solidFill>
                <a:effectLst/>
                <a:uFillTx/>
                <a:latin typeface="Arial"/>
              </a:rPr>
              <a:t>Sixth Outline Level</a:t>
            </a:r>
          </a:p>
          <a:p>
            <a:pPr marL="3024000" lvl="6" indent="-216000">
              <a:spcBef>
                <a:spcPts val="283"/>
              </a:spcBef>
              <a:buClr>
                <a:srgbClr val="FFFFFF"/>
              </a:buClr>
              <a:buSzPct val="45000"/>
              <a:buFont typeface="Wingdings" charset="2"/>
              <a:buChar char=""/>
            </a:pPr>
            <a:r>
              <a:rPr lang="fr-FR" sz="1200" b="0" u="none" strike="noStrike">
                <a:solidFill>
                  <a:srgbClr val="000000"/>
                </a:solidFill>
                <a:effectLst/>
                <a:uFillTx/>
                <a:latin typeface="Arial"/>
              </a:rPr>
              <a:t>Seventh Outline Level</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TITLE_AND_TWO_COLUMNS">
    <p:bg>
      <p:bgPr>
        <a:solidFill>
          <a:srgbClr val="000000"/>
        </a:solidFill>
        <a:effectLst/>
      </p:bgPr>
    </p:bg>
    <p:spTree>
      <p:nvGrpSpPr>
        <p:cNvPr id="1" name=""/>
        <p:cNvGrpSpPr/>
        <p:nvPr/>
      </p:nvGrpSpPr>
      <p:grpSpPr>
        <a:xfrm>
          <a:off x="0" y="0"/>
          <a:ext cx="0" cy="0"/>
          <a:chOff x="0" y="0"/>
          <a:chExt cx="0" cy="0"/>
        </a:xfrm>
      </p:grpSpPr>
      <p:grpSp>
        <p:nvGrpSpPr>
          <p:cNvPr id="51" name="Google Shape;24;p5"/>
          <p:cNvGrpSpPr/>
          <p:nvPr/>
        </p:nvGrpSpPr>
        <p:grpSpPr>
          <a:xfrm>
            <a:off x="0" y="0"/>
            <a:ext cx="9143640" cy="5143680"/>
            <a:chOff x="0" y="0"/>
            <a:chExt cx="9143640" cy="5143680"/>
          </a:xfrm>
        </p:grpSpPr>
        <p:pic>
          <p:nvPicPr>
            <p:cNvPr id="52" name="Google Shape;25;p5"/>
            <p:cNvPicPr/>
            <p:nvPr/>
          </p:nvPicPr>
          <p:blipFill>
            <a:blip r:embed="rId2"/>
            <a:srcRect l="734" t="14280" r="5031" b="-9100"/>
            <a:stretch/>
          </p:blipFill>
          <p:spPr>
            <a:xfrm rot="10800000" flipH="1">
              <a:off x="0" y="0"/>
              <a:ext cx="9087120" cy="5143320"/>
            </a:xfrm>
            <a:prstGeom prst="rect">
              <a:avLst/>
            </a:prstGeom>
            <a:noFill/>
            <a:ln w="0">
              <a:noFill/>
            </a:ln>
          </p:spPr>
        </p:pic>
        <p:pic>
          <p:nvPicPr>
            <p:cNvPr id="53" name="Google Shape;26;p5"/>
            <p:cNvPicPr/>
            <p:nvPr/>
          </p:nvPicPr>
          <p:blipFill>
            <a:blip r:embed="rId3"/>
            <a:srcRect l="72344" t="21048" r="853" b="26716"/>
            <a:stretch/>
          </p:blipFill>
          <p:spPr>
            <a:xfrm>
              <a:off x="6694200" y="0"/>
              <a:ext cx="2449440" cy="2585880"/>
            </a:xfrm>
            <a:prstGeom prst="rect">
              <a:avLst/>
            </a:prstGeom>
            <a:noFill/>
            <a:ln w="0">
              <a:noFill/>
            </a:ln>
          </p:spPr>
        </p:pic>
      </p:grpSp>
      <p:sp>
        <p:nvSpPr>
          <p:cNvPr id="54" name="PlaceHolder 1"/>
          <p:cNvSpPr>
            <a:spLocks noGrp="1"/>
          </p:cNvSpPr>
          <p:nvPr>
            <p:ph type="title"/>
          </p:nvPr>
        </p:nvSpPr>
        <p:spPr>
          <a:xfrm>
            <a:off x="413280" y="309960"/>
            <a:ext cx="8686440" cy="572400"/>
          </a:xfrm>
          <a:prstGeom prst="rect">
            <a:avLst/>
          </a:prstGeom>
          <a:noFill/>
          <a:ln w="0">
            <a:noFill/>
          </a:ln>
        </p:spPr>
        <p:txBody>
          <a:bodyPr lIns="91440" tIns="91440" rIns="91440" bIns="91440" anchor="t">
            <a:noAutofit/>
          </a:bodyPr>
          <a:lstStyle/>
          <a:p>
            <a:pPr indent="0">
              <a:buNone/>
            </a:pPr>
            <a:r>
              <a:rPr lang="fr-FR" sz="3000" b="0" u="none" strike="noStrike">
                <a:solidFill>
                  <a:schemeClr val="dk1"/>
                </a:solidFill>
                <a:effectLst/>
                <a:uFillTx/>
                <a:latin typeface="Arial"/>
              </a:rPr>
              <a:t>Click to edit the title text format</a:t>
            </a:r>
          </a:p>
        </p:txBody>
      </p:sp>
      <p:sp>
        <p:nvSpPr>
          <p:cNvPr id="55" name="PlaceHolder 2"/>
          <p:cNvSpPr>
            <a:spLocks noGrp="1"/>
          </p:cNvSpPr>
          <p:nvPr>
            <p:ph type="body"/>
          </p:nvPr>
        </p:nvSpPr>
        <p:spPr>
          <a:xfrm>
            <a:off x="0" y="1831320"/>
            <a:ext cx="3782160" cy="2440800"/>
          </a:xfrm>
          <a:prstGeom prst="rect">
            <a:avLst/>
          </a:prstGeom>
          <a:noFill/>
          <a:ln w="0">
            <a:noFill/>
          </a:ln>
        </p:spPr>
        <p:txBody>
          <a:bodyPr lIns="90000" tIns="45000" rIns="90000" bIns="45000" anchor="t">
            <a:normAutofit fontScale="92500" lnSpcReduction="19999"/>
          </a:bodyPr>
          <a:lstStyle/>
          <a:p>
            <a:pPr marL="432000" indent="-324000">
              <a:spcBef>
                <a:spcPts val="1417"/>
              </a:spcBef>
              <a:buClr>
                <a:srgbClr val="FFFFFF"/>
              </a:buClr>
              <a:buSzPct val="45000"/>
              <a:buFont typeface="Wingdings" charset="2"/>
              <a:buChar char=""/>
            </a:pPr>
            <a:r>
              <a:rPr lang="fr-FR" sz="1800" b="0" u="none" strike="noStrike">
                <a:solidFill>
                  <a:srgbClr val="000000"/>
                </a:solidFill>
                <a:effectLst/>
                <a:uFillTx/>
                <a:latin typeface="Arial"/>
              </a:rPr>
              <a:t>Click to edit the outline text format</a:t>
            </a:r>
          </a:p>
          <a:p>
            <a:pPr marL="864000" lvl="1" indent="-324000">
              <a:spcBef>
                <a:spcPts val="1134"/>
              </a:spcBef>
              <a:buClr>
                <a:srgbClr val="FFFFFF"/>
              </a:buClr>
              <a:buSzPct val="75000"/>
              <a:buFont typeface="Symbol" charset="2"/>
              <a:buChar char=""/>
            </a:pPr>
            <a:r>
              <a:rPr lang="fr-FR" sz="1800" b="0" u="none" strike="noStrike">
                <a:solidFill>
                  <a:srgbClr val="000000"/>
                </a:solidFill>
                <a:effectLst/>
                <a:uFillTx/>
                <a:latin typeface="Arial"/>
              </a:rPr>
              <a:t>Second Outline Level</a:t>
            </a:r>
          </a:p>
          <a:p>
            <a:pPr marL="1296000" lvl="2" indent="-288000">
              <a:spcBef>
                <a:spcPts val="850"/>
              </a:spcBef>
              <a:buClr>
                <a:srgbClr val="FFFFFF"/>
              </a:buClr>
              <a:buSzPct val="45000"/>
              <a:buFont typeface="Wingdings" charset="2"/>
              <a:buChar char=""/>
            </a:pPr>
            <a:r>
              <a:rPr lang="fr-FR" sz="1800" b="0" u="none" strike="noStrike">
                <a:solidFill>
                  <a:srgbClr val="000000"/>
                </a:solidFill>
                <a:effectLst/>
                <a:uFillTx/>
                <a:latin typeface="Arial"/>
              </a:rPr>
              <a:t>Third Outline Level</a:t>
            </a:r>
          </a:p>
          <a:p>
            <a:pPr marL="1728000" lvl="3" indent="-216000">
              <a:spcBef>
                <a:spcPts val="567"/>
              </a:spcBef>
              <a:buClr>
                <a:srgbClr val="FFFFFF"/>
              </a:buClr>
              <a:buSzPct val="75000"/>
              <a:buFont typeface="Symbol" charset="2"/>
              <a:buChar char=""/>
            </a:pPr>
            <a:r>
              <a:rPr lang="fr-FR" sz="1800" b="0" u="none" strike="noStrike">
                <a:solidFill>
                  <a:srgbClr val="000000"/>
                </a:solidFill>
                <a:effectLst/>
                <a:uFillTx/>
                <a:latin typeface="Arial"/>
              </a:rPr>
              <a:t>Fourth Outline Level</a:t>
            </a:r>
          </a:p>
          <a:p>
            <a:pPr marL="2160000" lvl="4" indent="-216000">
              <a:spcBef>
                <a:spcPts val="283"/>
              </a:spcBef>
              <a:buClr>
                <a:srgbClr val="FFFFFF"/>
              </a:buClr>
              <a:buSzPct val="45000"/>
              <a:buFont typeface="Wingdings" charset="2"/>
              <a:buChar char=""/>
            </a:pPr>
            <a:r>
              <a:rPr lang="fr-FR" sz="1800" b="0" u="none" strike="noStrike">
                <a:solidFill>
                  <a:srgbClr val="000000"/>
                </a:solidFill>
                <a:effectLst/>
                <a:uFillTx/>
                <a:latin typeface="Arial"/>
              </a:rPr>
              <a:t>Fifth Outline Level</a:t>
            </a:r>
          </a:p>
          <a:p>
            <a:pPr marL="2592000" lvl="5" indent="-216000">
              <a:spcBef>
                <a:spcPts val="283"/>
              </a:spcBef>
              <a:buClr>
                <a:srgbClr val="FFFFFF"/>
              </a:buClr>
              <a:buSzPct val="45000"/>
              <a:buFont typeface="Wingdings" charset="2"/>
              <a:buChar char=""/>
            </a:pPr>
            <a:r>
              <a:rPr lang="fr-FR" sz="1800" b="0" u="none" strike="noStrike">
                <a:solidFill>
                  <a:srgbClr val="000000"/>
                </a:solidFill>
                <a:effectLst/>
                <a:uFillTx/>
                <a:latin typeface="Arial"/>
              </a:rPr>
              <a:t>Sixth Outline Level</a:t>
            </a:r>
          </a:p>
          <a:p>
            <a:pPr marL="3024000" lvl="6" indent="-216000">
              <a:spcBef>
                <a:spcPts val="283"/>
              </a:spcBef>
              <a:buClr>
                <a:srgbClr val="FFFFFF"/>
              </a:buClr>
              <a:buSzPct val="45000"/>
              <a:buFont typeface="Wingdings" charset="2"/>
              <a:buChar char=""/>
            </a:pPr>
            <a:r>
              <a:rPr lang="fr-FR" sz="1800" b="0" u="none" strike="noStrike">
                <a:solidFill>
                  <a:srgbClr val="000000"/>
                </a:solidFill>
                <a:effectLst/>
                <a:uFillTx/>
                <a:latin typeface="Arial"/>
              </a:rPr>
              <a:t>Seventh Outline Level</a:t>
            </a: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_ONLY">
    <p:bg>
      <p:bgPr>
        <a:solidFill>
          <a:srgbClr val="000000"/>
        </a:solidFill>
        <a:effectLst/>
      </p:bgPr>
    </p:bg>
    <p:spTree>
      <p:nvGrpSpPr>
        <p:cNvPr id="1" name=""/>
        <p:cNvGrpSpPr/>
        <p:nvPr/>
      </p:nvGrpSpPr>
      <p:grpSpPr>
        <a:xfrm>
          <a:off x="0" y="0"/>
          <a:ext cx="0" cy="0"/>
          <a:chOff x="0" y="0"/>
          <a:chExt cx="0" cy="0"/>
        </a:xfrm>
      </p:grpSpPr>
      <p:pic>
        <p:nvPicPr>
          <p:cNvPr id="56" name="Google Shape;34;p6"/>
          <p:cNvPicPr/>
          <p:nvPr/>
        </p:nvPicPr>
        <p:blipFill>
          <a:blip r:embed="rId2"/>
          <a:stretch/>
        </p:blipFill>
        <p:spPr>
          <a:xfrm>
            <a:off x="0" y="0"/>
            <a:ext cx="9143640" cy="4951080"/>
          </a:xfrm>
          <a:prstGeom prst="rect">
            <a:avLst/>
          </a:prstGeom>
          <a:noFill/>
          <a:ln w="0">
            <a:noFill/>
          </a:ln>
        </p:spPr>
      </p:pic>
      <p:sp>
        <p:nvSpPr>
          <p:cNvPr id="57" name="PlaceHolder 1"/>
          <p:cNvSpPr>
            <a:spLocks noGrp="1"/>
          </p:cNvSpPr>
          <p:nvPr>
            <p:ph type="title"/>
          </p:nvPr>
        </p:nvSpPr>
        <p:spPr>
          <a:xfrm>
            <a:off x="413280" y="309960"/>
            <a:ext cx="8339400" cy="572400"/>
          </a:xfrm>
          <a:prstGeom prst="rect">
            <a:avLst/>
          </a:prstGeom>
          <a:noFill/>
          <a:ln w="0">
            <a:noFill/>
          </a:ln>
        </p:spPr>
        <p:txBody>
          <a:bodyPr lIns="91440" tIns="91440" rIns="91440" bIns="91440" anchor="t">
            <a:noAutofit/>
          </a:bodyPr>
          <a:lstStyle/>
          <a:p>
            <a:pPr indent="0">
              <a:buNone/>
            </a:pPr>
            <a:r>
              <a:rPr lang="fr-FR" sz="3000" b="0" u="none" strike="noStrike">
                <a:solidFill>
                  <a:schemeClr val="dk1"/>
                </a:solidFill>
                <a:effectLst/>
                <a:uFillTx/>
                <a:latin typeface="Arial"/>
              </a:rPr>
              <a:t>Click to edit the title text format</a:t>
            </a: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ONE_COLUMN_TEXT">
    <p:bg>
      <p:bgPr>
        <a:solidFill>
          <a:srgbClr val="000000"/>
        </a:solidFill>
        <a:effectLst/>
      </p:bgPr>
    </p:bg>
    <p:spTree>
      <p:nvGrpSpPr>
        <p:cNvPr id="1" name=""/>
        <p:cNvGrpSpPr/>
        <p:nvPr/>
      </p:nvGrpSpPr>
      <p:grpSpPr>
        <a:xfrm>
          <a:off x="0" y="0"/>
          <a:ext cx="0" cy="0"/>
          <a:chOff x="0" y="0"/>
          <a:chExt cx="0" cy="0"/>
        </a:xfrm>
      </p:grpSpPr>
      <p:sp>
        <p:nvSpPr>
          <p:cNvPr id="58" name="PlaceHolder 1"/>
          <p:cNvSpPr>
            <a:spLocks noGrp="1"/>
          </p:cNvSpPr>
          <p:nvPr>
            <p:ph type="title"/>
          </p:nvPr>
        </p:nvSpPr>
        <p:spPr>
          <a:xfrm>
            <a:off x="228600" y="228600"/>
            <a:ext cx="3998160" cy="1445400"/>
          </a:xfrm>
          <a:prstGeom prst="rect">
            <a:avLst/>
          </a:prstGeom>
          <a:noFill/>
          <a:ln w="0">
            <a:noFill/>
          </a:ln>
        </p:spPr>
        <p:txBody>
          <a:bodyPr lIns="91440" tIns="91440" rIns="91440" bIns="91440" anchor="t">
            <a:noAutofit/>
          </a:bodyPr>
          <a:lstStyle/>
          <a:p>
            <a:pPr indent="0">
              <a:buNone/>
            </a:pPr>
            <a:r>
              <a:rPr lang="fr-FR" sz="2600" b="0" u="none" strike="noStrike">
                <a:solidFill>
                  <a:schemeClr val="dk1"/>
                </a:solidFill>
                <a:effectLst/>
                <a:uFillTx/>
                <a:latin typeface="Arial"/>
              </a:rPr>
              <a:t>Click to edit the title text format</a:t>
            </a:r>
          </a:p>
        </p:txBody>
      </p:sp>
      <p:sp>
        <p:nvSpPr>
          <p:cNvPr id="59" name="PlaceHolder 2"/>
          <p:cNvSpPr>
            <a:spLocks noGrp="1"/>
          </p:cNvSpPr>
          <p:nvPr>
            <p:ph type="body"/>
          </p:nvPr>
        </p:nvSpPr>
        <p:spPr>
          <a:xfrm>
            <a:off x="1609560" y="2066040"/>
            <a:ext cx="3823920" cy="2532240"/>
          </a:xfrm>
          <a:prstGeom prst="rect">
            <a:avLst/>
          </a:prstGeom>
          <a:noFill/>
          <a:ln w="0">
            <a:noFill/>
          </a:ln>
        </p:spPr>
        <p:txBody>
          <a:bodyPr lIns="91440" tIns="91440" rIns="91440" bIns="91440" anchor="t">
            <a:noAutofit/>
          </a:bodyPr>
          <a:lstStyle/>
          <a:p>
            <a:pPr marL="432000" indent="-324000">
              <a:spcBef>
                <a:spcPts val="1417"/>
              </a:spcBef>
              <a:buClr>
                <a:srgbClr val="FFFFFF"/>
              </a:buClr>
              <a:buSzPct val="45000"/>
              <a:buFont typeface="Wingdings" charset="2"/>
              <a:buChar char=""/>
            </a:pPr>
            <a:r>
              <a:rPr lang="fr-FR" sz="1400" b="0" u="none" strike="noStrike">
                <a:solidFill>
                  <a:srgbClr val="000000"/>
                </a:solidFill>
                <a:effectLst/>
                <a:uFillTx/>
                <a:latin typeface="Arial"/>
              </a:rPr>
              <a:t>Click to edit the outline text format</a:t>
            </a:r>
          </a:p>
          <a:p>
            <a:pPr marL="864000" lvl="1" indent="-324000">
              <a:spcBef>
                <a:spcPts val="1134"/>
              </a:spcBef>
              <a:buClr>
                <a:srgbClr val="FFFFFF"/>
              </a:buClr>
              <a:buSzPct val="75000"/>
              <a:buFont typeface="Symbol" charset="2"/>
              <a:buChar char=""/>
            </a:pPr>
            <a:r>
              <a:rPr lang="fr-FR" sz="1400" b="0" u="none" strike="noStrike">
                <a:solidFill>
                  <a:srgbClr val="000000"/>
                </a:solidFill>
                <a:effectLst/>
                <a:uFillTx/>
                <a:latin typeface="Arial"/>
              </a:rPr>
              <a:t>Second Outline Level</a:t>
            </a:r>
          </a:p>
          <a:p>
            <a:pPr marL="1296000" lvl="2" indent="-288000">
              <a:spcBef>
                <a:spcPts val="850"/>
              </a:spcBef>
              <a:buClr>
                <a:srgbClr val="FFFFFF"/>
              </a:buClr>
              <a:buSzPct val="45000"/>
              <a:buFont typeface="Wingdings" charset="2"/>
              <a:buChar char=""/>
            </a:pPr>
            <a:r>
              <a:rPr lang="fr-FR" sz="1400" b="0" u="none" strike="noStrike">
                <a:solidFill>
                  <a:srgbClr val="000000"/>
                </a:solidFill>
                <a:effectLst/>
                <a:uFillTx/>
                <a:latin typeface="Arial"/>
              </a:rPr>
              <a:t>Third Outline Level</a:t>
            </a:r>
          </a:p>
          <a:p>
            <a:pPr marL="1728000" lvl="3" indent="-216000">
              <a:spcBef>
                <a:spcPts val="567"/>
              </a:spcBef>
              <a:buClr>
                <a:srgbClr val="FFFFFF"/>
              </a:buClr>
              <a:buSzPct val="75000"/>
              <a:buFont typeface="Symbol" charset="2"/>
              <a:buChar char=""/>
            </a:pPr>
            <a:r>
              <a:rPr lang="fr-FR" sz="1400" b="0" u="none" strike="noStrike">
                <a:solidFill>
                  <a:srgbClr val="000000"/>
                </a:solidFill>
                <a:effectLst/>
                <a:uFillTx/>
                <a:latin typeface="Arial"/>
              </a:rPr>
              <a:t>Fourth Outline Level</a:t>
            </a:r>
          </a:p>
          <a:p>
            <a:pPr marL="2160000" lvl="4" indent="-216000">
              <a:spcBef>
                <a:spcPts val="283"/>
              </a:spcBef>
              <a:buClr>
                <a:srgbClr val="FFFFFF"/>
              </a:buClr>
              <a:buSzPct val="45000"/>
              <a:buFont typeface="Wingdings" charset="2"/>
              <a:buChar char=""/>
            </a:pPr>
            <a:r>
              <a:rPr lang="fr-FR" sz="1400" b="0" u="none" strike="noStrike">
                <a:solidFill>
                  <a:srgbClr val="000000"/>
                </a:solidFill>
                <a:effectLst/>
                <a:uFillTx/>
                <a:latin typeface="Arial"/>
              </a:rPr>
              <a:t>Fifth Outline Level</a:t>
            </a:r>
          </a:p>
          <a:p>
            <a:pPr marL="2592000" lvl="5" indent="-216000">
              <a:spcBef>
                <a:spcPts val="283"/>
              </a:spcBef>
              <a:buClr>
                <a:srgbClr val="FFFFFF"/>
              </a:buClr>
              <a:buSzPct val="45000"/>
              <a:buFont typeface="Wingdings" charset="2"/>
              <a:buChar char=""/>
            </a:pPr>
            <a:r>
              <a:rPr lang="fr-FR" sz="1400" b="0" u="none" strike="noStrike">
                <a:solidFill>
                  <a:srgbClr val="000000"/>
                </a:solidFill>
                <a:effectLst/>
                <a:uFillTx/>
                <a:latin typeface="Arial"/>
              </a:rPr>
              <a:t>Sixth Outline Level</a:t>
            </a:r>
          </a:p>
          <a:p>
            <a:pPr marL="3024000" lvl="6" indent="-216000">
              <a:spcBef>
                <a:spcPts val="283"/>
              </a:spcBef>
              <a:buClr>
                <a:srgbClr val="FFFFFF"/>
              </a:buClr>
              <a:buSzPct val="45000"/>
              <a:buFont typeface="Wingdings" charset="2"/>
              <a:buChar char=""/>
            </a:pPr>
            <a:r>
              <a:rPr lang="fr-FR" sz="1400" b="0" u="none" strike="noStrike">
                <a:solidFill>
                  <a:srgbClr val="000000"/>
                </a:solidFill>
                <a:effectLst/>
                <a:uFillTx/>
                <a:latin typeface="Arial"/>
              </a:rPr>
              <a:t>Seventh Outline Level</a:t>
            </a:r>
          </a:p>
        </p:txBody>
      </p:sp>
      <p:sp>
        <p:nvSpPr>
          <p:cNvPr id="60" name="PlaceHolder 3"/>
          <p:cNvSpPr>
            <a:spLocks noGrp="1"/>
          </p:cNvSpPr>
          <p:nvPr>
            <p:ph type="body"/>
          </p:nvPr>
        </p:nvSpPr>
        <p:spPr>
          <a:xfrm>
            <a:off x="5715720" y="0"/>
            <a:ext cx="3427920" cy="5143320"/>
          </a:xfrm>
          <a:prstGeom prst="rect">
            <a:avLst/>
          </a:prstGeom>
          <a:noFill/>
          <a:ln w="0">
            <a:noFill/>
          </a:ln>
        </p:spPr>
        <p:txBody>
          <a:bodyPr lIns="90000" tIns="45000" rIns="90000" bIns="45000" anchor="t">
            <a:normAutofit lnSpcReduction="9999"/>
          </a:bodyPr>
          <a:lstStyle/>
          <a:p>
            <a:pPr marL="432000" indent="-324000">
              <a:spcBef>
                <a:spcPts val="1417"/>
              </a:spcBef>
              <a:buClr>
                <a:srgbClr val="FFFFFF"/>
              </a:buClr>
              <a:buSzPct val="45000"/>
              <a:buFont typeface="Wingdings" charset="2"/>
              <a:buChar char=""/>
            </a:pPr>
            <a:r>
              <a:rPr lang="fr-FR" sz="1800" b="0" u="none" strike="noStrike">
                <a:solidFill>
                  <a:srgbClr val="000000"/>
                </a:solidFill>
                <a:effectLst/>
                <a:uFillTx/>
                <a:latin typeface="Arial"/>
              </a:rPr>
              <a:t>Click to edit the outline text format</a:t>
            </a:r>
          </a:p>
          <a:p>
            <a:pPr marL="864000" lvl="1" indent="-324000">
              <a:spcBef>
                <a:spcPts val="1134"/>
              </a:spcBef>
              <a:buClr>
                <a:srgbClr val="FFFFFF"/>
              </a:buClr>
              <a:buSzPct val="75000"/>
              <a:buFont typeface="Symbol" charset="2"/>
              <a:buChar char=""/>
            </a:pPr>
            <a:r>
              <a:rPr lang="fr-FR" sz="1800" b="0" u="none" strike="noStrike">
                <a:solidFill>
                  <a:srgbClr val="000000"/>
                </a:solidFill>
                <a:effectLst/>
                <a:uFillTx/>
                <a:latin typeface="Arial"/>
              </a:rPr>
              <a:t>Second Outline Level</a:t>
            </a:r>
          </a:p>
          <a:p>
            <a:pPr marL="1296000" lvl="2" indent="-288000">
              <a:spcBef>
                <a:spcPts val="850"/>
              </a:spcBef>
              <a:buClr>
                <a:srgbClr val="FFFFFF"/>
              </a:buClr>
              <a:buSzPct val="45000"/>
              <a:buFont typeface="Wingdings" charset="2"/>
              <a:buChar char=""/>
            </a:pPr>
            <a:r>
              <a:rPr lang="fr-FR" sz="1800" b="0" u="none" strike="noStrike">
                <a:solidFill>
                  <a:srgbClr val="000000"/>
                </a:solidFill>
                <a:effectLst/>
                <a:uFillTx/>
                <a:latin typeface="Arial"/>
              </a:rPr>
              <a:t>Third Outline Level</a:t>
            </a:r>
          </a:p>
          <a:p>
            <a:pPr marL="1728000" lvl="3" indent="-216000">
              <a:spcBef>
                <a:spcPts val="567"/>
              </a:spcBef>
              <a:buClr>
                <a:srgbClr val="FFFFFF"/>
              </a:buClr>
              <a:buSzPct val="75000"/>
              <a:buFont typeface="Symbol" charset="2"/>
              <a:buChar char=""/>
            </a:pPr>
            <a:r>
              <a:rPr lang="fr-FR" sz="1800" b="0" u="none" strike="noStrike">
                <a:solidFill>
                  <a:srgbClr val="000000"/>
                </a:solidFill>
                <a:effectLst/>
                <a:uFillTx/>
                <a:latin typeface="Arial"/>
              </a:rPr>
              <a:t>Fourth Outline Level</a:t>
            </a:r>
          </a:p>
          <a:p>
            <a:pPr marL="2160000" lvl="4" indent="-216000">
              <a:spcBef>
                <a:spcPts val="283"/>
              </a:spcBef>
              <a:buClr>
                <a:srgbClr val="FFFFFF"/>
              </a:buClr>
              <a:buSzPct val="45000"/>
              <a:buFont typeface="Wingdings" charset="2"/>
              <a:buChar char=""/>
            </a:pPr>
            <a:r>
              <a:rPr lang="fr-FR" sz="1800" b="0" u="none" strike="noStrike">
                <a:solidFill>
                  <a:srgbClr val="000000"/>
                </a:solidFill>
                <a:effectLst/>
                <a:uFillTx/>
                <a:latin typeface="Arial"/>
              </a:rPr>
              <a:t>Fifth Outline Level</a:t>
            </a:r>
          </a:p>
          <a:p>
            <a:pPr marL="2592000" lvl="5" indent="-216000">
              <a:spcBef>
                <a:spcPts val="283"/>
              </a:spcBef>
              <a:buClr>
                <a:srgbClr val="FFFFFF"/>
              </a:buClr>
              <a:buSzPct val="45000"/>
              <a:buFont typeface="Wingdings" charset="2"/>
              <a:buChar char=""/>
            </a:pPr>
            <a:r>
              <a:rPr lang="fr-FR" sz="1800" b="0" u="none" strike="noStrike">
                <a:solidFill>
                  <a:srgbClr val="000000"/>
                </a:solidFill>
                <a:effectLst/>
                <a:uFillTx/>
                <a:latin typeface="Arial"/>
              </a:rPr>
              <a:t>Sixth Outline Level</a:t>
            </a:r>
          </a:p>
          <a:p>
            <a:pPr marL="3024000" lvl="6" indent="-216000">
              <a:spcBef>
                <a:spcPts val="283"/>
              </a:spcBef>
              <a:buClr>
                <a:srgbClr val="FFFFFF"/>
              </a:buClr>
              <a:buSzPct val="45000"/>
              <a:buFont typeface="Wingdings" charset="2"/>
              <a:buChar char=""/>
            </a:pPr>
            <a:r>
              <a:rPr lang="fr-FR" sz="1800" b="0" u="none" strike="noStrike">
                <a:solidFill>
                  <a:srgbClr val="000000"/>
                </a:solidFill>
                <a:effectLst/>
                <a:uFillTx/>
                <a:latin typeface="Arial"/>
              </a:rPr>
              <a:t>Seventh Outline Level</a:t>
            </a: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MAIN_POINT">
    <p:bg>
      <p:bgPr>
        <a:solidFill>
          <a:srgbClr val="000000"/>
        </a:solidFill>
        <a:effectLst/>
      </p:bgPr>
    </p:bg>
    <p:spTree>
      <p:nvGrpSpPr>
        <p:cNvPr id="1" name=""/>
        <p:cNvGrpSpPr/>
        <p:nvPr/>
      </p:nvGrpSpPr>
      <p:grpSpPr>
        <a:xfrm>
          <a:off x="0" y="0"/>
          <a:ext cx="0" cy="0"/>
          <a:chOff x="0" y="0"/>
          <a:chExt cx="0" cy="0"/>
        </a:xfrm>
      </p:grpSpPr>
      <p:sp>
        <p:nvSpPr>
          <p:cNvPr id="61" name="PlaceHolder 1"/>
          <p:cNvSpPr>
            <a:spLocks noGrp="1"/>
          </p:cNvSpPr>
          <p:nvPr>
            <p:ph type="title"/>
          </p:nvPr>
        </p:nvSpPr>
        <p:spPr>
          <a:xfrm>
            <a:off x="1388160" y="1307160"/>
            <a:ext cx="6367320" cy="2529000"/>
          </a:xfrm>
          <a:prstGeom prst="rect">
            <a:avLst/>
          </a:prstGeom>
          <a:noFill/>
          <a:ln w="0">
            <a:noFill/>
          </a:ln>
        </p:spPr>
        <p:txBody>
          <a:bodyPr lIns="91440" tIns="91440" rIns="91440" bIns="91440" anchor="ctr">
            <a:noAutofit/>
          </a:bodyPr>
          <a:lstStyle/>
          <a:p>
            <a:pPr indent="0">
              <a:buNone/>
            </a:pPr>
            <a:r>
              <a:rPr lang="fr-FR" sz="6000" b="0" u="none" strike="noStrike">
                <a:solidFill>
                  <a:schemeClr val="dk1"/>
                </a:solidFill>
                <a:effectLst/>
                <a:uFillTx/>
                <a:latin typeface="Arial"/>
              </a:rPr>
              <a:t>Click to edit the title text format</a:t>
            </a: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SECTION_TITLE_AND_DESCRIPTION">
    <p:bg>
      <p:bgPr>
        <a:solidFill>
          <a:srgbClr val="000000"/>
        </a:solidFill>
        <a:effectLst/>
      </p:bgPr>
    </p:bg>
    <p:spTree>
      <p:nvGrpSpPr>
        <p:cNvPr id="1" name=""/>
        <p:cNvGrpSpPr/>
        <p:nvPr/>
      </p:nvGrpSpPr>
      <p:grpSpPr>
        <a:xfrm>
          <a:off x="0" y="0"/>
          <a:ext cx="0" cy="0"/>
          <a:chOff x="0" y="0"/>
          <a:chExt cx="0" cy="0"/>
        </a:xfrm>
      </p:grpSpPr>
      <p:sp>
        <p:nvSpPr>
          <p:cNvPr id="62"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2600" b="0" u="none" strike="noStrike">
                <a:solidFill>
                  <a:schemeClr val="dk1"/>
                </a:solidFill>
                <a:effectLst/>
                <a:uFillTx/>
                <a:latin typeface="Arial"/>
              </a:rPr>
              <a:t>Click to edit the title text format</a:t>
            </a: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CAPTION_ONLY">
    <p:bg>
      <p:bgPr>
        <a:solidFill>
          <a:srgbClr val="000000"/>
        </a:solidFill>
        <a:effectLst/>
      </p:bgPr>
    </p:bg>
    <p:spTree>
      <p:nvGrpSpPr>
        <p:cNvPr id="1" name=""/>
        <p:cNvGrpSpPr/>
        <p:nvPr/>
      </p:nvGrpSpPr>
      <p:grpSpPr>
        <a:xfrm>
          <a:off x="0" y="0"/>
          <a:ext cx="0" cy="0"/>
          <a:chOff x="0" y="0"/>
          <a:chExt cx="0" cy="0"/>
        </a:xfrm>
      </p:grpSpPr>
      <p:sp>
        <p:nvSpPr>
          <p:cNvPr id="63" name="PlaceHolder 1"/>
          <p:cNvSpPr>
            <a:spLocks noGrp="1"/>
          </p:cNvSpPr>
          <p:nvPr>
            <p:ph type="body"/>
          </p:nvPr>
        </p:nvSpPr>
        <p:spPr>
          <a:xfrm>
            <a:off x="0" y="0"/>
            <a:ext cx="9143640" cy="5143320"/>
          </a:xfrm>
          <a:prstGeom prst="rect">
            <a:avLst/>
          </a:prstGeom>
          <a:noFill/>
          <a:ln w="0">
            <a:noFill/>
          </a:ln>
        </p:spPr>
        <p:txBody>
          <a:bodyPr lIns="90000" tIns="45000" rIns="90000" bIns="45000" anchor="t">
            <a:normAutofit/>
          </a:bodyPr>
          <a:lstStyle/>
          <a:p>
            <a:pPr marL="432000" indent="-324000">
              <a:spcBef>
                <a:spcPts val="1417"/>
              </a:spcBef>
              <a:buClr>
                <a:srgbClr val="FFFFFF"/>
              </a:buClr>
              <a:buSzPct val="45000"/>
              <a:buFont typeface="Wingdings" charset="2"/>
              <a:buChar char=""/>
            </a:pPr>
            <a:r>
              <a:rPr lang="fr-FR" sz="1800" b="0" u="none" strike="noStrike">
                <a:solidFill>
                  <a:srgbClr val="000000"/>
                </a:solidFill>
                <a:effectLst/>
                <a:uFillTx/>
                <a:latin typeface="Arial"/>
              </a:rPr>
              <a:t>Click to edit the outline text format</a:t>
            </a:r>
          </a:p>
          <a:p>
            <a:pPr marL="864000" lvl="1" indent="-324000">
              <a:spcBef>
                <a:spcPts val="1134"/>
              </a:spcBef>
              <a:buClr>
                <a:srgbClr val="FFFFFF"/>
              </a:buClr>
              <a:buSzPct val="75000"/>
              <a:buFont typeface="Symbol" charset="2"/>
              <a:buChar char=""/>
            </a:pPr>
            <a:r>
              <a:rPr lang="fr-FR" sz="1800" b="0" u="none" strike="noStrike">
                <a:solidFill>
                  <a:srgbClr val="000000"/>
                </a:solidFill>
                <a:effectLst/>
                <a:uFillTx/>
                <a:latin typeface="Arial"/>
              </a:rPr>
              <a:t>Second Outline Level</a:t>
            </a:r>
          </a:p>
          <a:p>
            <a:pPr marL="1296000" lvl="2" indent="-288000">
              <a:spcBef>
                <a:spcPts val="850"/>
              </a:spcBef>
              <a:buClr>
                <a:srgbClr val="FFFFFF"/>
              </a:buClr>
              <a:buSzPct val="45000"/>
              <a:buFont typeface="Wingdings" charset="2"/>
              <a:buChar char=""/>
            </a:pPr>
            <a:r>
              <a:rPr lang="fr-FR" sz="1800" b="0" u="none" strike="noStrike">
                <a:solidFill>
                  <a:srgbClr val="000000"/>
                </a:solidFill>
                <a:effectLst/>
                <a:uFillTx/>
                <a:latin typeface="Arial"/>
              </a:rPr>
              <a:t>Third Outline Level</a:t>
            </a:r>
          </a:p>
          <a:p>
            <a:pPr marL="1728000" lvl="3" indent="-216000">
              <a:spcBef>
                <a:spcPts val="567"/>
              </a:spcBef>
              <a:buClr>
                <a:srgbClr val="FFFFFF"/>
              </a:buClr>
              <a:buSzPct val="75000"/>
              <a:buFont typeface="Symbol" charset="2"/>
              <a:buChar char=""/>
            </a:pPr>
            <a:r>
              <a:rPr lang="fr-FR" sz="1800" b="0" u="none" strike="noStrike">
                <a:solidFill>
                  <a:srgbClr val="000000"/>
                </a:solidFill>
                <a:effectLst/>
                <a:uFillTx/>
                <a:latin typeface="Arial"/>
              </a:rPr>
              <a:t>Fourth Outline Level</a:t>
            </a:r>
          </a:p>
          <a:p>
            <a:pPr marL="2160000" lvl="4" indent="-216000">
              <a:spcBef>
                <a:spcPts val="283"/>
              </a:spcBef>
              <a:buClr>
                <a:srgbClr val="FFFFFF"/>
              </a:buClr>
              <a:buSzPct val="45000"/>
              <a:buFont typeface="Wingdings" charset="2"/>
              <a:buChar char=""/>
            </a:pPr>
            <a:r>
              <a:rPr lang="fr-FR" sz="1800" b="0" u="none" strike="noStrike">
                <a:solidFill>
                  <a:srgbClr val="000000"/>
                </a:solidFill>
                <a:effectLst/>
                <a:uFillTx/>
                <a:latin typeface="Arial"/>
              </a:rPr>
              <a:t>Fifth Outline Level</a:t>
            </a:r>
          </a:p>
          <a:p>
            <a:pPr marL="2592000" lvl="5" indent="-216000">
              <a:spcBef>
                <a:spcPts val="283"/>
              </a:spcBef>
              <a:buClr>
                <a:srgbClr val="FFFFFF"/>
              </a:buClr>
              <a:buSzPct val="45000"/>
              <a:buFont typeface="Wingdings" charset="2"/>
              <a:buChar char=""/>
            </a:pPr>
            <a:r>
              <a:rPr lang="fr-FR" sz="1800" b="0" u="none" strike="noStrike">
                <a:solidFill>
                  <a:srgbClr val="000000"/>
                </a:solidFill>
                <a:effectLst/>
                <a:uFillTx/>
                <a:latin typeface="Arial"/>
              </a:rPr>
              <a:t>Sixth Outline Level</a:t>
            </a:r>
          </a:p>
          <a:p>
            <a:pPr marL="3024000" lvl="6" indent="-216000">
              <a:spcBef>
                <a:spcPts val="283"/>
              </a:spcBef>
              <a:buClr>
                <a:srgbClr val="FFFFFF"/>
              </a:buClr>
              <a:buSzPct val="45000"/>
              <a:buFont typeface="Wingdings" charset="2"/>
              <a:buChar char=""/>
            </a:pPr>
            <a:r>
              <a:rPr lang="fr-FR" sz="1800" b="0" u="none" strike="noStrike">
                <a:solidFill>
                  <a:srgbClr val="000000"/>
                </a:solidFill>
                <a:effectLst/>
                <a:uFillTx/>
                <a:latin typeface="Arial"/>
              </a:rPr>
              <a:t>Seventh Outline Level</a:t>
            </a:r>
          </a:p>
        </p:txBody>
      </p:sp>
      <p:sp>
        <p:nvSpPr>
          <p:cNvPr id="64" name="PlaceHolder 2"/>
          <p:cNvSpPr>
            <a:spLocks noGrp="1"/>
          </p:cNvSpPr>
          <p:nvPr>
            <p:ph type="title"/>
          </p:nvPr>
        </p:nvSpPr>
        <p:spPr>
          <a:xfrm>
            <a:off x="228600" y="4666320"/>
            <a:ext cx="3355560" cy="248400"/>
          </a:xfrm>
          <a:prstGeom prst="rect">
            <a:avLst/>
          </a:prstGeom>
          <a:solidFill>
            <a:schemeClr val="dk1"/>
          </a:solidFill>
          <a:ln w="0">
            <a:noFill/>
          </a:ln>
        </p:spPr>
        <p:txBody>
          <a:bodyPr lIns="91440" tIns="91440" rIns="91440" bIns="91440" anchor="ctr">
            <a:noAutofit/>
          </a:bodyPr>
          <a:lstStyle/>
          <a:p>
            <a:pPr indent="0">
              <a:buNone/>
            </a:pPr>
            <a:r>
              <a:rPr lang="fr-FR" sz="1200" b="0" u="none" strike="noStrike">
                <a:solidFill>
                  <a:schemeClr val="dk1"/>
                </a:solidFill>
                <a:effectLst/>
                <a:uFillTx/>
                <a:latin typeface="Arial"/>
              </a:rPr>
              <a:t>Click to edit the title text format</a:t>
            </a: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simple-light-2">
    <p:bg>
      <p:bgPr>
        <a:solidFill>
          <a:schemeClr val="dk1"/>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CUSTOM_2_1">
    <p:bg>
      <p:bgPr>
        <a:solidFill>
          <a:schemeClr val="dk1"/>
        </a:solidFill>
        <a:effectLst/>
      </p:bgPr>
    </p:bg>
    <p:spTree>
      <p:nvGrpSpPr>
        <p:cNvPr id="1" name=""/>
        <p:cNvGrpSpPr/>
        <p:nvPr/>
      </p:nvGrpSpPr>
      <p:grpSpPr>
        <a:xfrm>
          <a:off x="0" y="0"/>
          <a:ext cx="0" cy="0"/>
          <a:chOff x="0" y="0"/>
          <a:chExt cx="0" cy="0"/>
        </a:xfrm>
      </p:grpSpPr>
      <p:sp>
        <p:nvSpPr>
          <p:cNvPr id="65" name="Google Shape;126;p26"/>
          <p:cNvSpPr/>
          <p:nvPr/>
        </p:nvSpPr>
        <p:spPr>
          <a:xfrm>
            <a:off x="0" y="-10440"/>
            <a:ext cx="9143640" cy="1180440"/>
          </a:xfrm>
          <a:prstGeom prst="rect">
            <a:avLst/>
          </a:pr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000000"/>
              </a:solidFill>
              <a:effectLst/>
              <a:uFillTx/>
              <a:latin typeface="OpenSymbol"/>
            </a:endParaRPr>
          </a:p>
        </p:txBody>
      </p:sp>
      <p:sp>
        <p:nvSpPr>
          <p:cNvPr id="66" name="PlaceHolder 1"/>
          <p:cNvSpPr>
            <a:spLocks noGrp="1"/>
          </p:cNvSpPr>
          <p:nvPr>
            <p:ph type="title"/>
          </p:nvPr>
        </p:nvSpPr>
        <p:spPr>
          <a:xfrm>
            <a:off x="713160" y="539640"/>
            <a:ext cx="7717320" cy="482040"/>
          </a:xfrm>
          <a:prstGeom prst="rect">
            <a:avLst/>
          </a:prstGeom>
          <a:noFill/>
          <a:ln w="0">
            <a:noFill/>
          </a:ln>
        </p:spPr>
        <p:txBody>
          <a:bodyPr lIns="91440" tIns="91440" rIns="91440" bIns="91440" anchor="t">
            <a:noAutofit/>
          </a:bodyPr>
          <a:lstStyle/>
          <a:p>
            <a:pPr indent="0">
              <a:buNone/>
            </a:pPr>
            <a:r>
              <a:rPr lang="fr-FR" sz="2200" b="0" u="none" strike="noStrike">
                <a:solidFill>
                  <a:schemeClr val="dk1"/>
                </a:solidFill>
                <a:effectLst/>
                <a:uFillTx/>
                <a:latin typeface="Arial"/>
              </a:rPr>
              <a:t>Click to edit the title text format</a:t>
            </a: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CUSTOM_2_1_1">
    <p:bg>
      <p:bgPr>
        <a:solidFill>
          <a:schemeClr val="dk1"/>
        </a:solidFill>
        <a:effectLst/>
      </p:bgPr>
    </p:bg>
    <p:spTree>
      <p:nvGrpSpPr>
        <p:cNvPr id="1" name=""/>
        <p:cNvGrpSpPr/>
        <p:nvPr/>
      </p:nvGrpSpPr>
      <p:grpSpPr>
        <a:xfrm>
          <a:off x="0" y="0"/>
          <a:ext cx="0" cy="0"/>
          <a:chOff x="0" y="0"/>
          <a:chExt cx="0" cy="0"/>
        </a:xfrm>
      </p:grpSpPr>
      <p:sp>
        <p:nvSpPr>
          <p:cNvPr id="67" name="Google Shape;129;p27"/>
          <p:cNvSpPr/>
          <p:nvPr/>
        </p:nvSpPr>
        <p:spPr>
          <a:xfrm>
            <a:off x="0" y="-10440"/>
            <a:ext cx="9143640" cy="1180440"/>
          </a:xfrm>
          <a:prstGeom prst="rect">
            <a:avLst/>
          </a:prstGeom>
          <a:solidFill>
            <a:schemeClr val="accent2"/>
          </a:solid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endParaRPr lang="en-US" sz="1800" b="0" u="none" strike="noStrike">
              <a:solidFill>
                <a:srgbClr val="000000"/>
              </a:solidFill>
              <a:effectLst/>
              <a:uFillTx/>
              <a:latin typeface="OpenSymbol"/>
            </a:endParaRPr>
          </a:p>
        </p:txBody>
      </p:sp>
      <p:sp>
        <p:nvSpPr>
          <p:cNvPr id="68" name="PlaceHolder 1"/>
          <p:cNvSpPr>
            <a:spLocks noGrp="1"/>
          </p:cNvSpPr>
          <p:nvPr>
            <p:ph type="title"/>
          </p:nvPr>
        </p:nvSpPr>
        <p:spPr>
          <a:xfrm>
            <a:off x="728640" y="539640"/>
            <a:ext cx="3347280" cy="482040"/>
          </a:xfrm>
          <a:prstGeom prst="rect">
            <a:avLst/>
          </a:prstGeom>
          <a:noFill/>
          <a:ln w="0">
            <a:noFill/>
          </a:ln>
        </p:spPr>
        <p:txBody>
          <a:bodyPr lIns="91440" tIns="91440" rIns="91440" bIns="91440" anchor="t">
            <a:noAutofit/>
          </a:bodyPr>
          <a:lstStyle/>
          <a:p>
            <a:pPr indent="0">
              <a:buNone/>
            </a:pPr>
            <a:r>
              <a:rPr lang="fr-FR" sz="2200" b="0" u="none" strike="noStrike">
                <a:solidFill>
                  <a:schemeClr val="dk1"/>
                </a:solidFill>
                <a:effectLst/>
                <a:uFillTx/>
                <a:latin typeface="Arial"/>
              </a:rPr>
              <a:t>Click to edit the title text format</a:t>
            </a:r>
          </a:p>
        </p:txBody>
      </p:sp>
      <p:sp>
        <p:nvSpPr>
          <p:cNvPr id="69" name="PlaceHolder 2"/>
          <p:cNvSpPr>
            <a:spLocks noGrp="1"/>
          </p:cNvSpPr>
          <p:nvPr>
            <p:ph type="title"/>
          </p:nvPr>
        </p:nvSpPr>
        <p:spPr>
          <a:xfrm>
            <a:off x="4977720" y="539640"/>
            <a:ext cx="3458160" cy="482040"/>
          </a:xfrm>
          <a:prstGeom prst="rect">
            <a:avLst/>
          </a:prstGeom>
          <a:noFill/>
          <a:ln w="0">
            <a:noFill/>
          </a:ln>
        </p:spPr>
        <p:txBody>
          <a:bodyPr lIns="91440" tIns="91440" rIns="91440" bIns="91440" anchor="t">
            <a:noAutofit/>
          </a:bodyPr>
          <a:lstStyle/>
          <a:p>
            <a:pPr indent="0">
              <a:buNone/>
            </a:pPr>
            <a:r>
              <a:rPr lang="fr-FR" sz="2200" b="0" u="none" strike="noStrike">
                <a:solidFill>
                  <a:schemeClr val="dk1"/>
                </a:solidFill>
                <a:effectLst/>
                <a:uFillTx/>
                <a:latin typeface="Arial"/>
              </a:rPr>
              <a:t>Click to edit the title text format</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25.xml"/><Relationship Id="rId2" Type="http://schemas.openxmlformats.org/officeDocument/2006/relationships/slideLayout" Target="../slideLayouts/slideLayout24.xml"/><Relationship Id="rId1" Type="http://schemas.openxmlformats.org/officeDocument/2006/relationships/slideLayout" Target="../slideLayouts/slideLayout23.xml"/><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72" r:id="rId1"/>
    <p:sldLayoutId id="2147483673" r:id="rId2"/>
    <p:sldLayoutId id="2147483674" r:id="rId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0" name="Google Shape;136;p28"/>
          <p:cNvPicPr/>
          <p:nvPr/>
        </p:nvPicPr>
        <p:blipFill>
          <a:blip r:embed="rId2"/>
          <a:srcRect l="2425" t="14808" r="2425" b="3824"/>
          <a:stretch/>
        </p:blipFill>
        <p:spPr>
          <a:xfrm>
            <a:off x="5585760" y="691200"/>
            <a:ext cx="3469320" cy="4452120"/>
          </a:xfrm>
          <a:prstGeom prst="rect">
            <a:avLst/>
          </a:prstGeom>
          <a:noFill/>
          <a:ln w="0">
            <a:noFill/>
          </a:ln>
        </p:spPr>
      </p:pic>
      <p:sp>
        <p:nvSpPr>
          <p:cNvPr id="71" name="PlaceHolder 1"/>
          <p:cNvSpPr>
            <a:spLocks noGrp="1"/>
          </p:cNvSpPr>
          <p:nvPr>
            <p:ph type="title"/>
          </p:nvPr>
        </p:nvSpPr>
        <p:spPr>
          <a:xfrm>
            <a:off x="514440" y="495360"/>
            <a:ext cx="5028840" cy="1761840"/>
          </a:xfrm>
          <a:prstGeom prst="rect">
            <a:avLst/>
          </a:prstGeom>
          <a:noFill/>
          <a:ln w="0">
            <a:noFill/>
          </a:ln>
        </p:spPr>
        <p:txBody>
          <a:bodyPr lIns="91440" tIns="91440" rIns="91440" bIns="91440" anchor="b">
            <a:normAutofit/>
          </a:bodyPr>
          <a:lstStyle/>
          <a:p>
            <a:pPr indent="0">
              <a:lnSpc>
                <a:spcPct val="100000"/>
              </a:lnSpc>
              <a:buNone/>
              <a:tabLst>
                <a:tab pos="0" algn="l"/>
              </a:tabLst>
            </a:pPr>
            <a:r>
              <a:rPr lang="en-US" sz="4800" b="0" u="none" strike="noStrike">
                <a:solidFill>
                  <a:schemeClr val="dk1"/>
                </a:solidFill>
                <a:effectLst/>
                <a:uFillTx/>
                <a:latin typeface="Goldman"/>
                <a:ea typeface="Goldman"/>
              </a:rPr>
              <a:t>AI Vision Extract</a:t>
            </a:r>
            <a:endParaRPr lang="fr-FR" sz="4800" b="0" u="none" strike="noStrike">
              <a:solidFill>
                <a:schemeClr val="dk1"/>
              </a:solidFill>
              <a:effectLst/>
              <a:uFillTx/>
              <a:latin typeface="Arial"/>
            </a:endParaRPr>
          </a:p>
        </p:txBody>
      </p:sp>
      <p:sp>
        <p:nvSpPr>
          <p:cNvPr id="72" name="PlaceHolder 2"/>
          <p:cNvSpPr>
            <a:spLocks noGrp="1"/>
          </p:cNvSpPr>
          <p:nvPr>
            <p:ph type="subTitle"/>
          </p:nvPr>
        </p:nvSpPr>
        <p:spPr>
          <a:xfrm>
            <a:off x="514439" y="4037610"/>
            <a:ext cx="2674085" cy="619710"/>
          </a:xfrm>
          <a:prstGeom prst="rect">
            <a:avLst/>
          </a:prstGeom>
          <a:noFill/>
          <a:ln w="0">
            <a:noFill/>
          </a:ln>
        </p:spPr>
        <p:txBody>
          <a:bodyPr lIns="91440" tIns="91440" rIns="91440" bIns="91440" anchor="t">
            <a:noAutofit/>
          </a:bodyPr>
          <a:lstStyle/>
          <a:p>
            <a:pPr indent="0">
              <a:lnSpc>
                <a:spcPct val="120000"/>
              </a:lnSpc>
              <a:buNone/>
              <a:tabLst>
                <a:tab pos="0" algn="l"/>
              </a:tabLst>
            </a:pPr>
            <a:r>
              <a:rPr lang="en-US" sz="1800" dirty="0">
                <a:solidFill>
                  <a:schemeClr val="dk1"/>
                </a:solidFill>
                <a:latin typeface="Calibri"/>
              </a:rPr>
              <a:t>Presented By: Deepanshu</a:t>
            </a:r>
            <a:endParaRPr lang="en-US" sz="1800" b="0" u="none" strike="noStrike" dirty="0">
              <a:solidFill>
                <a:srgbClr val="FFFFFF"/>
              </a:solidFill>
              <a:effectLst/>
              <a:uFillTx/>
              <a:latin typeface="OpenSymbo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3" name="Google Shape;167;p31"/>
          <p:cNvPicPr/>
          <p:nvPr/>
        </p:nvPicPr>
        <p:blipFill>
          <a:blip r:embed="rId2"/>
          <a:srcRect l="30802" r="32938"/>
          <a:stretch/>
        </p:blipFill>
        <p:spPr>
          <a:xfrm>
            <a:off x="0" y="0"/>
            <a:ext cx="2969640" cy="5142960"/>
          </a:xfrm>
          <a:prstGeom prst="rect">
            <a:avLst/>
          </a:prstGeom>
          <a:noFill/>
          <a:ln w="0">
            <a:noFill/>
          </a:ln>
        </p:spPr>
      </p:pic>
      <p:sp>
        <p:nvSpPr>
          <p:cNvPr id="74" name="PlaceHolder 1"/>
          <p:cNvSpPr>
            <a:spLocks noGrp="1"/>
          </p:cNvSpPr>
          <p:nvPr>
            <p:ph type="title"/>
          </p:nvPr>
        </p:nvSpPr>
        <p:spPr>
          <a:xfrm>
            <a:off x="3152880" y="304920"/>
            <a:ext cx="5914800" cy="1447560"/>
          </a:xfrm>
          <a:prstGeom prst="rect">
            <a:avLst/>
          </a:prstGeom>
          <a:noFill/>
          <a:ln w="0">
            <a:noFill/>
          </a:ln>
        </p:spPr>
        <p:txBody>
          <a:bodyPr lIns="91440" tIns="91440" rIns="91440" bIns="91440" anchor="t">
            <a:normAutofit/>
          </a:bodyPr>
          <a:lstStyle/>
          <a:p>
            <a:pPr indent="0">
              <a:lnSpc>
                <a:spcPct val="100000"/>
              </a:lnSpc>
              <a:buNone/>
              <a:tabLst>
                <a:tab pos="0" algn="l"/>
              </a:tabLst>
            </a:pPr>
            <a:r>
              <a:rPr lang="en-US" sz="3000" b="0" u="none" strike="noStrike">
                <a:solidFill>
                  <a:schemeClr val="dk1"/>
                </a:solidFill>
                <a:effectLst/>
                <a:uFillTx/>
                <a:latin typeface="Goldman"/>
                <a:ea typeface="Goldman"/>
              </a:rPr>
              <a:t>Introduction</a:t>
            </a:r>
            <a:endParaRPr lang="fr-FR" sz="3000" b="0" u="none" strike="noStrike">
              <a:solidFill>
                <a:schemeClr val="dk1"/>
              </a:solidFill>
              <a:effectLst/>
              <a:uFillTx/>
              <a:latin typeface="Arial"/>
            </a:endParaRPr>
          </a:p>
        </p:txBody>
      </p:sp>
      <p:sp>
        <p:nvSpPr>
          <p:cNvPr id="75" name="PlaceHolder 2"/>
          <p:cNvSpPr>
            <a:spLocks noGrp="1"/>
          </p:cNvSpPr>
          <p:nvPr>
            <p:ph/>
          </p:nvPr>
        </p:nvSpPr>
        <p:spPr>
          <a:xfrm>
            <a:off x="3505320" y="1962000"/>
            <a:ext cx="5352840" cy="2838240"/>
          </a:xfrm>
          <a:prstGeom prst="rect">
            <a:avLst/>
          </a:prstGeom>
          <a:noFill/>
          <a:ln w="0">
            <a:noFill/>
          </a:ln>
        </p:spPr>
        <p:txBody>
          <a:bodyPr lIns="91440" tIns="91440" rIns="91440" bIns="91440" anchor="t">
            <a:normAutofit/>
          </a:bodyPr>
          <a:lstStyle/>
          <a:p>
            <a:pPr indent="0">
              <a:lnSpc>
                <a:spcPct val="120000"/>
              </a:lnSpc>
              <a:buNone/>
              <a:tabLst>
                <a:tab pos="0" algn="l"/>
              </a:tabLst>
            </a:pPr>
            <a:r>
              <a:rPr lang="en-US" sz="1400" b="0" u="none" strike="noStrike">
                <a:solidFill>
                  <a:schemeClr val="dk1"/>
                </a:solidFill>
                <a:effectLst/>
                <a:uFillTx/>
                <a:latin typeface="Calibri"/>
                <a:ea typeface="Albert Sans"/>
              </a:rPr>
              <a:t>AI Vision Extract is a deep learning application that automates image segmentation and object extraction with high accuracy. Powered by a DeepLabV3-ResNet50 model trained on the COCO dataset, it allows seamless object isolation from complex backgrounds through a user-friendly Streamlit web interface.</a:t>
            </a:r>
            <a:endParaRPr lang="fr-FR" sz="1400" b="0" u="none" strike="noStrike">
              <a:solidFill>
                <a:srgbClr val="000000"/>
              </a:solidFill>
              <a:effectLst/>
              <a:uFillTx/>
              <a:latin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6" name="Google Shape;174;p32"/>
          <p:cNvPicPr/>
          <p:nvPr/>
        </p:nvPicPr>
        <p:blipFill>
          <a:blip r:embed="rId2"/>
          <a:stretch/>
        </p:blipFill>
        <p:spPr>
          <a:xfrm flipH="1">
            <a:off x="5195520" y="1507320"/>
            <a:ext cx="3948480" cy="2973240"/>
          </a:xfrm>
          <a:prstGeom prst="rect">
            <a:avLst/>
          </a:prstGeom>
          <a:noFill/>
          <a:ln w="0">
            <a:noFill/>
          </a:ln>
        </p:spPr>
      </p:pic>
      <p:sp>
        <p:nvSpPr>
          <p:cNvPr id="77" name="PlaceHolder 1"/>
          <p:cNvSpPr>
            <a:spLocks noGrp="1"/>
          </p:cNvSpPr>
          <p:nvPr>
            <p:ph type="subTitle"/>
          </p:nvPr>
        </p:nvSpPr>
        <p:spPr>
          <a:xfrm>
            <a:off x="371520" y="3933720"/>
            <a:ext cx="4790880" cy="704880"/>
          </a:xfrm>
          <a:prstGeom prst="rect">
            <a:avLst/>
          </a:prstGeom>
          <a:noFill/>
          <a:ln w="0">
            <a:noFill/>
          </a:ln>
        </p:spPr>
        <p:txBody>
          <a:bodyPr lIns="91440" tIns="91440" rIns="91440" bIns="91440" anchor="t">
            <a:spAutoFit/>
          </a:bodyPr>
          <a:lstStyle/>
          <a:p>
            <a:pPr algn="ctr"/>
            <a:endParaRPr lang="en-US" sz="1400" b="0" u="none" strike="noStrike">
              <a:solidFill>
                <a:schemeClr val="dk1"/>
              </a:solidFill>
              <a:effectLst/>
              <a:uFillTx/>
              <a:latin typeface="Albert Sans"/>
              <a:ea typeface="Albert Sans"/>
            </a:endParaRPr>
          </a:p>
        </p:txBody>
      </p:sp>
      <p:sp>
        <p:nvSpPr>
          <p:cNvPr id="78" name="PlaceHolder 2"/>
          <p:cNvSpPr>
            <a:spLocks noGrp="1"/>
          </p:cNvSpPr>
          <p:nvPr>
            <p:ph type="title"/>
          </p:nvPr>
        </p:nvSpPr>
        <p:spPr>
          <a:xfrm>
            <a:off x="371520" y="2352600"/>
            <a:ext cx="4790880" cy="1580760"/>
          </a:xfrm>
          <a:prstGeom prst="rect">
            <a:avLst/>
          </a:prstGeom>
          <a:noFill/>
          <a:ln w="0">
            <a:noFill/>
          </a:ln>
        </p:spPr>
        <p:txBody>
          <a:bodyPr lIns="91440" tIns="91440" rIns="91440" bIns="91440" anchor="b">
            <a:normAutofit lnSpcReduction="9999"/>
          </a:bodyPr>
          <a:lstStyle/>
          <a:p>
            <a:pPr indent="0">
              <a:lnSpc>
                <a:spcPct val="100000"/>
              </a:lnSpc>
              <a:buNone/>
              <a:tabLst>
                <a:tab pos="0" algn="l"/>
              </a:tabLst>
            </a:pPr>
            <a:r>
              <a:rPr lang="en-US" sz="4600" b="0" u="none" strike="noStrike">
                <a:solidFill>
                  <a:schemeClr val="dk1"/>
                </a:solidFill>
                <a:effectLst/>
                <a:uFillTx/>
                <a:latin typeface="Goldman"/>
                <a:ea typeface="Goldman"/>
              </a:rPr>
              <a:t>AI Vision Extract Overview</a:t>
            </a:r>
            <a:endParaRPr lang="fr-FR" sz="4600" b="0" u="none" strike="noStrike">
              <a:solidFill>
                <a:schemeClr val="dk1"/>
              </a:solidFill>
              <a:effectLst/>
              <a:uFillTx/>
              <a:latin typeface="Arial"/>
            </a:endParaRPr>
          </a:p>
        </p:txBody>
      </p:sp>
      <p:sp>
        <p:nvSpPr>
          <p:cNvPr id="79" name="PlaceHolder 3"/>
          <p:cNvSpPr>
            <a:spLocks noGrp="1"/>
          </p:cNvSpPr>
          <p:nvPr>
            <p:ph type="title"/>
          </p:nvPr>
        </p:nvSpPr>
        <p:spPr>
          <a:xfrm>
            <a:off x="6353280" y="152280"/>
            <a:ext cx="1266480" cy="1266480"/>
          </a:xfrm>
          <a:prstGeom prst="rect">
            <a:avLst/>
          </a:prstGeom>
          <a:noFill/>
          <a:ln w="0">
            <a:noFill/>
          </a:ln>
        </p:spPr>
        <p:txBody>
          <a:bodyPr lIns="91440" tIns="91440" rIns="91440" bIns="91440" anchor="ctr">
            <a:normAutofit/>
          </a:bodyPr>
          <a:lstStyle/>
          <a:p>
            <a:pPr indent="0" algn="ctr">
              <a:lnSpc>
                <a:spcPct val="100000"/>
              </a:lnSpc>
              <a:buNone/>
              <a:tabLst>
                <a:tab pos="0" algn="l"/>
              </a:tabLst>
            </a:pPr>
            <a:r>
              <a:rPr lang="en-US" sz="6000" b="0" u="none" strike="noStrike">
                <a:solidFill>
                  <a:schemeClr val="dk1"/>
                </a:solidFill>
                <a:effectLst/>
                <a:uFillTx/>
                <a:latin typeface="Calibri"/>
                <a:ea typeface="Goldman"/>
              </a:rPr>
              <a:t>01</a:t>
            </a:r>
            <a:endParaRPr lang="fr-FR" sz="6000" b="0" u="none" strike="noStrike">
              <a:solidFill>
                <a:schemeClr val="dk1"/>
              </a:solidFill>
              <a:effectLst/>
              <a:uFillTx/>
              <a:latin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0" name="Google Shape;167;p31"/>
          <p:cNvPicPr/>
          <p:nvPr/>
        </p:nvPicPr>
        <p:blipFill>
          <a:blip r:embed="rId2"/>
          <a:srcRect l="30802" r="32938"/>
          <a:stretch/>
        </p:blipFill>
        <p:spPr>
          <a:xfrm>
            <a:off x="0" y="0"/>
            <a:ext cx="2969640" cy="5142960"/>
          </a:xfrm>
          <a:prstGeom prst="rect">
            <a:avLst/>
          </a:prstGeom>
          <a:noFill/>
          <a:ln w="0">
            <a:noFill/>
          </a:ln>
        </p:spPr>
      </p:pic>
      <p:sp>
        <p:nvSpPr>
          <p:cNvPr id="81" name="PlaceHolder 1"/>
          <p:cNvSpPr>
            <a:spLocks noGrp="1"/>
          </p:cNvSpPr>
          <p:nvPr>
            <p:ph type="title"/>
          </p:nvPr>
        </p:nvSpPr>
        <p:spPr>
          <a:xfrm>
            <a:off x="3152880" y="304920"/>
            <a:ext cx="5914800" cy="1447560"/>
          </a:xfrm>
          <a:prstGeom prst="rect">
            <a:avLst/>
          </a:prstGeom>
          <a:noFill/>
          <a:ln w="0">
            <a:noFill/>
          </a:ln>
        </p:spPr>
        <p:txBody>
          <a:bodyPr lIns="91440" tIns="91440" rIns="91440" bIns="91440" anchor="t">
            <a:normAutofit/>
          </a:bodyPr>
          <a:lstStyle/>
          <a:p>
            <a:pPr indent="0">
              <a:lnSpc>
                <a:spcPct val="100000"/>
              </a:lnSpc>
              <a:buNone/>
              <a:tabLst>
                <a:tab pos="0" algn="l"/>
              </a:tabLst>
            </a:pPr>
            <a:r>
              <a:rPr lang="en-US" sz="3000" b="0" u="none" strike="noStrike">
                <a:solidFill>
                  <a:schemeClr val="dk1"/>
                </a:solidFill>
                <a:effectLst/>
                <a:uFillTx/>
                <a:latin typeface="Goldman"/>
                <a:ea typeface="Goldman"/>
              </a:rPr>
              <a:t>Introduction and Scope</a:t>
            </a:r>
            <a:endParaRPr lang="fr-FR" sz="3000" b="0" u="none" strike="noStrike">
              <a:solidFill>
                <a:schemeClr val="dk1"/>
              </a:solidFill>
              <a:effectLst/>
              <a:uFillTx/>
              <a:latin typeface="Arial"/>
            </a:endParaRPr>
          </a:p>
        </p:txBody>
      </p:sp>
      <p:sp>
        <p:nvSpPr>
          <p:cNvPr id="82" name="PlaceHolder 2"/>
          <p:cNvSpPr>
            <a:spLocks noGrp="1"/>
          </p:cNvSpPr>
          <p:nvPr>
            <p:ph/>
          </p:nvPr>
        </p:nvSpPr>
        <p:spPr>
          <a:xfrm>
            <a:off x="3505320" y="1962000"/>
            <a:ext cx="5352840" cy="2838240"/>
          </a:xfrm>
          <a:prstGeom prst="rect">
            <a:avLst/>
          </a:prstGeom>
          <a:noFill/>
          <a:ln w="0">
            <a:noFill/>
          </a:ln>
        </p:spPr>
        <p:txBody>
          <a:bodyPr lIns="91440" tIns="91440" rIns="91440" bIns="91440" anchor="t">
            <a:normAutofit/>
          </a:bodyPr>
          <a:lstStyle/>
          <a:p>
            <a:pPr indent="0">
              <a:lnSpc>
                <a:spcPct val="120000"/>
              </a:lnSpc>
              <a:buNone/>
              <a:tabLst>
                <a:tab pos="0" algn="l"/>
              </a:tabLst>
            </a:pPr>
            <a:r>
              <a:rPr lang="en-US" sz="1400" b="0" u="none" strike="noStrike">
                <a:solidFill>
                  <a:schemeClr val="dk1"/>
                </a:solidFill>
                <a:effectLst/>
                <a:uFillTx/>
                <a:latin typeface="Calibri"/>
                <a:ea typeface="Albert Sans"/>
              </a:rPr>
              <a:t>AI Vision Extract automates object segmentation for diverse fields including e-commerce, medical imaging, autonomous vehicles, and augmented reality. It supports JPG/PNG image processing, identifying and isolating key objects efficiently with black-background isolation for clear outputs suited to research, development, and industrial needs.</a:t>
            </a:r>
            <a:endParaRPr lang="fr-FR" sz="1400" b="0" u="none" strike="noStrike">
              <a:solidFill>
                <a:srgbClr val="000000"/>
              </a:solidFill>
              <a:effectLst/>
              <a:uFillTx/>
              <a:latin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 name="PlaceHolder 1"/>
          <p:cNvSpPr>
            <a:spLocks noGrp="1"/>
          </p:cNvSpPr>
          <p:nvPr>
            <p:ph type="title"/>
          </p:nvPr>
        </p:nvSpPr>
        <p:spPr>
          <a:xfrm>
            <a:off x="1676520" y="485640"/>
            <a:ext cx="7171920" cy="1352160"/>
          </a:xfrm>
          <a:prstGeom prst="rect">
            <a:avLst/>
          </a:prstGeom>
          <a:noFill/>
          <a:ln w="0">
            <a:noFill/>
          </a:ln>
        </p:spPr>
        <p:txBody>
          <a:bodyPr lIns="91440" tIns="91440" rIns="91440" bIns="91440" anchor="t">
            <a:normAutofit lnSpcReduction="9999"/>
          </a:bodyPr>
          <a:lstStyle/>
          <a:p>
            <a:pPr indent="0" algn="r">
              <a:lnSpc>
                <a:spcPct val="100000"/>
              </a:lnSpc>
              <a:buNone/>
              <a:tabLst>
                <a:tab pos="0" algn="l"/>
              </a:tabLst>
            </a:pPr>
            <a:r>
              <a:rPr lang="en-US" sz="4000" b="0" u="none" strike="noStrike">
                <a:solidFill>
                  <a:schemeClr val="dk1"/>
                </a:solidFill>
                <a:effectLst/>
                <a:uFillTx/>
                <a:latin typeface="Goldman"/>
                <a:ea typeface="Goldman"/>
              </a:rPr>
              <a:t>Importance and</a:t>
            </a:r>
            <a:endParaRPr lang="fr-FR" sz="4000" b="0" u="none" strike="noStrike">
              <a:solidFill>
                <a:schemeClr val="dk1"/>
              </a:solidFill>
              <a:effectLst/>
              <a:uFillTx/>
              <a:latin typeface="Arial"/>
            </a:endParaRPr>
          </a:p>
          <a:p>
            <a:pPr indent="0" algn="r">
              <a:lnSpc>
                <a:spcPct val="100000"/>
              </a:lnSpc>
              <a:buNone/>
              <a:tabLst>
                <a:tab pos="0" algn="l"/>
              </a:tabLst>
            </a:pPr>
            <a:r>
              <a:rPr lang="en-US" sz="4000" b="0" u="none" strike="noStrike">
                <a:solidFill>
                  <a:schemeClr val="dk1"/>
                </a:solidFill>
                <a:effectLst/>
                <a:uFillTx/>
                <a:latin typeface="Goldman"/>
                <a:ea typeface="Goldman"/>
              </a:rPr>
              <a:t> Applications</a:t>
            </a:r>
            <a:endParaRPr lang="fr-FR" sz="4000" b="0" u="none" strike="noStrike">
              <a:solidFill>
                <a:schemeClr val="dk1"/>
              </a:solidFill>
              <a:effectLst/>
              <a:uFillTx/>
              <a:latin typeface="Arial"/>
            </a:endParaRPr>
          </a:p>
        </p:txBody>
      </p:sp>
      <p:sp>
        <p:nvSpPr>
          <p:cNvPr id="84" name="PlaceHolder 2"/>
          <p:cNvSpPr>
            <a:spLocks noGrp="1"/>
          </p:cNvSpPr>
          <p:nvPr>
            <p:ph type="subTitle"/>
          </p:nvPr>
        </p:nvSpPr>
        <p:spPr>
          <a:xfrm>
            <a:off x="2886120" y="1905120"/>
            <a:ext cx="5886000" cy="2723760"/>
          </a:xfrm>
          <a:prstGeom prst="rect">
            <a:avLst/>
          </a:prstGeom>
          <a:noFill/>
          <a:ln w="0">
            <a:noFill/>
          </a:ln>
        </p:spPr>
        <p:txBody>
          <a:bodyPr lIns="91440" tIns="91440" rIns="91440" bIns="91440" anchor="b">
            <a:normAutofit/>
          </a:bodyPr>
          <a:lstStyle/>
          <a:p>
            <a:pPr indent="0">
              <a:lnSpc>
                <a:spcPct val="120000"/>
              </a:lnSpc>
              <a:buNone/>
              <a:tabLst>
                <a:tab pos="0" algn="l"/>
              </a:tabLst>
            </a:pPr>
            <a:r>
              <a:rPr lang="en-US" sz="1200" b="0" u="none" strike="noStrike">
                <a:solidFill>
                  <a:schemeClr val="dk1"/>
                </a:solidFill>
                <a:effectLst/>
                <a:uFillTx/>
                <a:latin typeface="Calibri"/>
                <a:ea typeface="Albert Sans"/>
              </a:rPr>
              <a:t>The system drastically reduces manual labeling effort while improving speed and accuracy. It enhances AI workflows by generating clean labeled data, benefiting education and industry alike. Key applications span product background removal, medical anomaly detection, real-time vehicle object tracking, and augmented reality scene editing.</a:t>
            </a:r>
            <a:endParaRPr lang="en-US" sz="1200" b="0" u="none" strike="noStrike">
              <a:solidFill>
                <a:srgbClr val="FFFFFF"/>
              </a:solidFill>
              <a:effectLst/>
              <a:uFillTx/>
              <a:latin typeface="OpenSymbo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 name="PlaceHolder 1"/>
          <p:cNvSpPr>
            <a:spLocks noGrp="1"/>
          </p:cNvSpPr>
          <p:nvPr>
            <p:ph type="title"/>
          </p:nvPr>
        </p:nvSpPr>
        <p:spPr>
          <a:xfrm>
            <a:off x="1676520" y="485640"/>
            <a:ext cx="7171920" cy="1352160"/>
          </a:xfrm>
          <a:prstGeom prst="rect">
            <a:avLst/>
          </a:prstGeom>
          <a:noFill/>
          <a:ln w="0">
            <a:noFill/>
          </a:ln>
        </p:spPr>
        <p:txBody>
          <a:bodyPr lIns="91440" tIns="91440" rIns="91440" bIns="91440" anchor="t">
            <a:normAutofit lnSpcReduction="9999"/>
          </a:bodyPr>
          <a:lstStyle/>
          <a:p>
            <a:pPr indent="0" algn="r">
              <a:lnSpc>
                <a:spcPct val="100000"/>
              </a:lnSpc>
              <a:buNone/>
              <a:tabLst>
                <a:tab pos="0" algn="l"/>
              </a:tabLst>
            </a:pPr>
            <a:r>
              <a:rPr lang="en-US" sz="4000" b="0" u="none" strike="noStrike">
                <a:solidFill>
                  <a:schemeClr val="dk1"/>
                </a:solidFill>
                <a:effectLst/>
                <a:uFillTx/>
                <a:latin typeface="Goldman"/>
                <a:ea typeface="Goldman"/>
              </a:rPr>
              <a:t>Existing vs Proposed</a:t>
            </a:r>
            <a:endParaRPr lang="fr-FR" sz="4000" b="0" u="none" strike="noStrike">
              <a:solidFill>
                <a:schemeClr val="dk1"/>
              </a:solidFill>
              <a:effectLst/>
              <a:uFillTx/>
              <a:latin typeface="Arial"/>
            </a:endParaRPr>
          </a:p>
          <a:p>
            <a:pPr indent="0" algn="r">
              <a:lnSpc>
                <a:spcPct val="100000"/>
              </a:lnSpc>
              <a:buNone/>
              <a:tabLst>
                <a:tab pos="0" algn="l"/>
              </a:tabLst>
            </a:pPr>
            <a:r>
              <a:rPr lang="en-US" sz="4000" b="0" u="none" strike="noStrike">
                <a:solidFill>
                  <a:schemeClr val="dk1"/>
                </a:solidFill>
                <a:effectLst/>
                <a:uFillTx/>
                <a:latin typeface="Goldman"/>
                <a:ea typeface="Goldman"/>
              </a:rPr>
              <a:t> System</a:t>
            </a:r>
            <a:endParaRPr lang="fr-FR" sz="4000" b="0" u="none" strike="noStrike">
              <a:solidFill>
                <a:schemeClr val="dk1"/>
              </a:solidFill>
              <a:effectLst/>
              <a:uFillTx/>
              <a:latin typeface="Arial"/>
            </a:endParaRPr>
          </a:p>
        </p:txBody>
      </p:sp>
      <p:sp>
        <p:nvSpPr>
          <p:cNvPr id="86" name="PlaceHolder 2"/>
          <p:cNvSpPr>
            <a:spLocks noGrp="1"/>
          </p:cNvSpPr>
          <p:nvPr>
            <p:ph type="subTitle"/>
          </p:nvPr>
        </p:nvSpPr>
        <p:spPr>
          <a:xfrm>
            <a:off x="2886120" y="1905120"/>
            <a:ext cx="5886000" cy="2723760"/>
          </a:xfrm>
          <a:prstGeom prst="rect">
            <a:avLst/>
          </a:prstGeom>
          <a:noFill/>
          <a:ln w="0">
            <a:noFill/>
          </a:ln>
        </p:spPr>
        <p:txBody>
          <a:bodyPr lIns="91440" tIns="91440" rIns="91440" bIns="91440" anchor="b">
            <a:normAutofit/>
          </a:bodyPr>
          <a:lstStyle/>
          <a:p>
            <a:pPr indent="0">
              <a:lnSpc>
                <a:spcPct val="120000"/>
              </a:lnSpc>
              <a:buNone/>
              <a:tabLst>
                <a:tab pos="0" algn="l"/>
              </a:tabLst>
            </a:pPr>
            <a:r>
              <a:rPr lang="en-US" sz="1200" b="0" u="none" strike="noStrike">
                <a:solidFill>
                  <a:schemeClr val="dk1"/>
                </a:solidFill>
                <a:effectLst/>
                <a:uFillTx/>
                <a:latin typeface="Calibri"/>
                <a:ea typeface="Albert Sans"/>
              </a:rPr>
              <a:t>Traditional segmentation methods rely on manual pixel selection or static thresholding, often resulting in inconsistent and imprecise results. Existing AI tools commonly face slow processing speeds and noisy mask outputs, coupled with limited interactive interfaces. The proposed system integrates an optimized DeepLabV3-ResNet50 model with feature enhancement layers and CUDA acceleration, providing faster, more accurate segmentation and a streamlined Streamlit interface for ease of use.</a:t>
            </a:r>
            <a:endParaRPr lang="en-US" sz="1200" b="0" u="none" strike="noStrike">
              <a:solidFill>
                <a:srgbClr val="FFFFFF"/>
              </a:solidFill>
              <a:effectLst/>
              <a:uFillTx/>
              <a:latin typeface="OpenSymbo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7" name="Google Shape;174;p32"/>
          <p:cNvPicPr/>
          <p:nvPr/>
        </p:nvPicPr>
        <p:blipFill>
          <a:blip r:embed="rId2"/>
          <a:stretch/>
        </p:blipFill>
        <p:spPr>
          <a:xfrm flipH="1">
            <a:off x="5195520" y="1507320"/>
            <a:ext cx="3948480" cy="2973240"/>
          </a:xfrm>
          <a:prstGeom prst="rect">
            <a:avLst/>
          </a:prstGeom>
          <a:noFill/>
          <a:ln w="0">
            <a:noFill/>
          </a:ln>
        </p:spPr>
      </p:pic>
      <p:sp>
        <p:nvSpPr>
          <p:cNvPr id="88" name="PlaceHolder 1"/>
          <p:cNvSpPr>
            <a:spLocks noGrp="1"/>
          </p:cNvSpPr>
          <p:nvPr>
            <p:ph type="subTitle"/>
          </p:nvPr>
        </p:nvSpPr>
        <p:spPr>
          <a:xfrm>
            <a:off x="371520" y="3933720"/>
            <a:ext cx="4790880" cy="704880"/>
          </a:xfrm>
          <a:prstGeom prst="rect">
            <a:avLst/>
          </a:prstGeom>
          <a:noFill/>
          <a:ln w="0">
            <a:noFill/>
          </a:ln>
        </p:spPr>
        <p:txBody>
          <a:bodyPr lIns="91440" tIns="91440" rIns="91440" bIns="91440" anchor="t">
            <a:spAutoFit/>
          </a:bodyPr>
          <a:lstStyle/>
          <a:p>
            <a:pPr algn="ctr"/>
            <a:endParaRPr lang="en-US" sz="1400" b="0" u="none" strike="noStrike">
              <a:solidFill>
                <a:schemeClr val="dk1"/>
              </a:solidFill>
              <a:effectLst/>
              <a:uFillTx/>
              <a:latin typeface="Albert Sans"/>
              <a:ea typeface="Albert Sans"/>
            </a:endParaRPr>
          </a:p>
        </p:txBody>
      </p:sp>
      <p:sp>
        <p:nvSpPr>
          <p:cNvPr id="89" name="PlaceHolder 2"/>
          <p:cNvSpPr>
            <a:spLocks noGrp="1"/>
          </p:cNvSpPr>
          <p:nvPr>
            <p:ph type="title"/>
          </p:nvPr>
        </p:nvSpPr>
        <p:spPr>
          <a:xfrm>
            <a:off x="371520" y="2352600"/>
            <a:ext cx="4790880" cy="1580760"/>
          </a:xfrm>
          <a:prstGeom prst="rect">
            <a:avLst/>
          </a:prstGeom>
          <a:noFill/>
          <a:ln w="0">
            <a:noFill/>
          </a:ln>
        </p:spPr>
        <p:txBody>
          <a:bodyPr lIns="91440" tIns="91440" rIns="91440" bIns="91440" anchor="b">
            <a:normAutofit/>
          </a:bodyPr>
          <a:lstStyle/>
          <a:p>
            <a:pPr indent="0">
              <a:lnSpc>
                <a:spcPct val="100000"/>
              </a:lnSpc>
              <a:buNone/>
              <a:tabLst>
                <a:tab pos="0" algn="l"/>
              </a:tabLst>
            </a:pPr>
            <a:r>
              <a:rPr lang="en-US" sz="4600" b="0" u="none" strike="noStrike">
                <a:solidFill>
                  <a:schemeClr val="dk1"/>
                </a:solidFill>
                <a:effectLst/>
                <a:uFillTx/>
                <a:latin typeface="Goldman"/>
                <a:ea typeface="Goldman"/>
              </a:rPr>
              <a:t>Technical Details</a:t>
            </a:r>
            <a:endParaRPr lang="fr-FR" sz="4600" b="0" u="none" strike="noStrike">
              <a:solidFill>
                <a:schemeClr val="dk1"/>
              </a:solidFill>
              <a:effectLst/>
              <a:uFillTx/>
              <a:latin typeface="Arial"/>
            </a:endParaRPr>
          </a:p>
        </p:txBody>
      </p:sp>
      <p:sp>
        <p:nvSpPr>
          <p:cNvPr id="90" name="PlaceHolder 3"/>
          <p:cNvSpPr>
            <a:spLocks noGrp="1"/>
          </p:cNvSpPr>
          <p:nvPr>
            <p:ph type="title"/>
          </p:nvPr>
        </p:nvSpPr>
        <p:spPr>
          <a:xfrm>
            <a:off x="6353280" y="152280"/>
            <a:ext cx="1266480" cy="1266480"/>
          </a:xfrm>
          <a:prstGeom prst="rect">
            <a:avLst/>
          </a:prstGeom>
          <a:noFill/>
          <a:ln w="0">
            <a:noFill/>
          </a:ln>
        </p:spPr>
        <p:txBody>
          <a:bodyPr lIns="91440" tIns="91440" rIns="91440" bIns="91440" anchor="ctr">
            <a:normAutofit/>
          </a:bodyPr>
          <a:lstStyle/>
          <a:p>
            <a:pPr indent="0" algn="ctr">
              <a:lnSpc>
                <a:spcPct val="100000"/>
              </a:lnSpc>
              <a:buNone/>
              <a:tabLst>
                <a:tab pos="0" algn="l"/>
              </a:tabLst>
            </a:pPr>
            <a:r>
              <a:rPr lang="en-US" sz="6000" b="0" u="none" strike="noStrike">
                <a:solidFill>
                  <a:schemeClr val="dk1"/>
                </a:solidFill>
                <a:effectLst/>
                <a:uFillTx/>
                <a:latin typeface="Calibri"/>
                <a:ea typeface="Goldman"/>
              </a:rPr>
              <a:t>02</a:t>
            </a:r>
            <a:endParaRPr lang="fr-FR" sz="6000" b="0" u="none" strike="noStrike">
              <a:solidFill>
                <a:schemeClr val="dk1"/>
              </a:solidFill>
              <a:effectLst/>
              <a:uFillTx/>
              <a:latin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1" name="Google Shape;167;p31"/>
          <p:cNvPicPr/>
          <p:nvPr/>
        </p:nvPicPr>
        <p:blipFill>
          <a:blip r:embed="rId2"/>
          <a:srcRect l="30802" r="32938"/>
          <a:stretch/>
        </p:blipFill>
        <p:spPr>
          <a:xfrm>
            <a:off x="0" y="0"/>
            <a:ext cx="2969640" cy="5142960"/>
          </a:xfrm>
          <a:prstGeom prst="rect">
            <a:avLst/>
          </a:prstGeom>
          <a:noFill/>
          <a:ln w="0">
            <a:noFill/>
          </a:ln>
        </p:spPr>
      </p:pic>
      <p:sp>
        <p:nvSpPr>
          <p:cNvPr id="92" name="PlaceHolder 1"/>
          <p:cNvSpPr>
            <a:spLocks noGrp="1"/>
          </p:cNvSpPr>
          <p:nvPr>
            <p:ph type="title"/>
          </p:nvPr>
        </p:nvSpPr>
        <p:spPr>
          <a:xfrm>
            <a:off x="3152880" y="304920"/>
            <a:ext cx="5914800" cy="1447560"/>
          </a:xfrm>
          <a:prstGeom prst="rect">
            <a:avLst/>
          </a:prstGeom>
          <a:noFill/>
          <a:ln w="0">
            <a:noFill/>
          </a:ln>
        </p:spPr>
        <p:txBody>
          <a:bodyPr lIns="91440" tIns="91440" rIns="91440" bIns="91440" anchor="t">
            <a:normAutofit/>
          </a:bodyPr>
          <a:lstStyle/>
          <a:p>
            <a:pPr indent="0">
              <a:lnSpc>
                <a:spcPct val="100000"/>
              </a:lnSpc>
              <a:buNone/>
              <a:tabLst>
                <a:tab pos="0" algn="l"/>
              </a:tabLst>
            </a:pPr>
            <a:r>
              <a:rPr lang="en-US" sz="3000" b="0" u="none" strike="noStrike">
                <a:solidFill>
                  <a:schemeClr val="dk1"/>
                </a:solidFill>
                <a:effectLst/>
                <a:uFillTx/>
                <a:latin typeface="Goldman"/>
                <a:ea typeface="Goldman"/>
              </a:rPr>
              <a:t>Dataset and Metrics</a:t>
            </a:r>
            <a:endParaRPr lang="fr-FR" sz="3000" b="0" u="none" strike="noStrike">
              <a:solidFill>
                <a:schemeClr val="dk1"/>
              </a:solidFill>
              <a:effectLst/>
              <a:uFillTx/>
              <a:latin typeface="Arial"/>
            </a:endParaRPr>
          </a:p>
        </p:txBody>
      </p:sp>
      <p:sp>
        <p:nvSpPr>
          <p:cNvPr id="93" name="PlaceHolder 2"/>
          <p:cNvSpPr>
            <a:spLocks noGrp="1"/>
          </p:cNvSpPr>
          <p:nvPr>
            <p:ph/>
          </p:nvPr>
        </p:nvSpPr>
        <p:spPr>
          <a:xfrm>
            <a:off x="3505320" y="1962000"/>
            <a:ext cx="5352840" cy="2838240"/>
          </a:xfrm>
          <a:prstGeom prst="rect">
            <a:avLst/>
          </a:prstGeom>
          <a:noFill/>
          <a:ln w="0">
            <a:noFill/>
          </a:ln>
        </p:spPr>
        <p:txBody>
          <a:bodyPr lIns="91440" tIns="91440" rIns="91440" bIns="91440" anchor="t">
            <a:normAutofit/>
          </a:bodyPr>
          <a:lstStyle/>
          <a:p>
            <a:pPr indent="0">
              <a:lnSpc>
                <a:spcPct val="120000"/>
              </a:lnSpc>
              <a:buNone/>
              <a:tabLst>
                <a:tab pos="0" algn="l"/>
              </a:tabLst>
            </a:pPr>
            <a:r>
              <a:rPr lang="en-US" sz="1400" b="0" u="none" strike="noStrike">
                <a:solidFill>
                  <a:schemeClr val="dk1"/>
                </a:solidFill>
                <a:effectLst/>
                <a:uFillTx/>
                <a:latin typeface="Calibri"/>
                <a:ea typeface="Albert Sans"/>
              </a:rPr>
              <a:t>The system is trained and evaluated on the COCO dataset, which includes over 200,000 labeled images with more than 80 object categories. This diverse dataset enables strong generalization to varied real-world scenarios. Key performance metrics include </a:t>
            </a:r>
            <a:r>
              <a:rPr lang="en-US" sz="1400" b="1" u="none" strike="noStrike">
                <a:solidFill>
                  <a:schemeClr val="dk1"/>
                </a:solidFill>
                <a:effectLst/>
                <a:uFillTx/>
                <a:latin typeface="Calibri"/>
                <a:ea typeface="Albert Sans"/>
              </a:rPr>
              <a:t>92% pixel accuracy</a:t>
            </a:r>
            <a:r>
              <a:rPr lang="en-US" sz="1400" b="0" u="none" strike="noStrike">
                <a:solidFill>
                  <a:schemeClr val="dk1"/>
                </a:solidFill>
                <a:effectLst/>
                <a:uFillTx/>
                <a:latin typeface="Calibri"/>
                <a:ea typeface="Albert Sans"/>
              </a:rPr>
              <a:t>, a mean Intersection over Union (IoU) of </a:t>
            </a:r>
            <a:r>
              <a:rPr lang="en-US" sz="1400" b="1" u="none" strike="noStrike">
                <a:solidFill>
                  <a:schemeClr val="dk1"/>
                </a:solidFill>
                <a:effectLst/>
                <a:uFillTx/>
                <a:latin typeface="Calibri"/>
                <a:ea typeface="Albert Sans"/>
              </a:rPr>
              <a:t>85%</a:t>
            </a:r>
            <a:r>
              <a:rPr lang="en-US" sz="1400" b="0" u="none" strike="noStrike">
                <a:solidFill>
                  <a:schemeClr val="dk1"/>
                </a:solidFill>
                <a:effectLst/>
                <a:uFillTx/>
                <a:latin typeface="Calibri"/>
                <a:ea typeface="Albert Sans"/>
              </a:rPr>
              <a:t>, and inference speed of </a:t>
            </a:r>
            <a:r>
              <a:rPr lang="en-US" sz="1400" b="1" u="none" strike="noStrike">
                <a:solidFill>
                  <a:schemeClr val="dk1"/>
                </a:solidFill>
                <a:effectLst/>
                <a:uFillTx/>
                <a:latin typeface="Calibri"/>
                <a:ea typeface="Albert Sans"/>
              </a:rPr>
              <a:t>0.8 seconds per image</a:t>
            </a:r>
            <a:r>
              <a:rPr lang="en-US" sz="1400" b="0" u="none" strike="noStrike">
                <a:solidFill>
                  <a:schemeClr val="dk1"/>
                </a:solidFill>
                <a:effectLst/>
                <a:uFillTx/>
                <a:latin typeface="Calibri"/>
                <a:ea typeface="Albert Sans"/>
              </a:rPr>
              <a:t> on GPU.</a:t>
            </a:r>
            <a:endParaRPr lang="fr-FR" sz="1400" b="0" u="none" strike="noStrike">
              <a:solidFill>
                <a:srgbClr val="000000"/>
              </a:solidFill>
              <a:effectLst/>
              <a:uFillTx/>
              <a:latin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 name="PlaceHolder 1"/>
          <p:cNvSpPr>
            <a:spLocks noGrp="1"/>
          </p:cNvSpPr>
          <p:nvPr>
            <p:ph type="title"/>
          </p:nvPr>
        </p:nvSpPr>
        <p:spPr>
          <a:xfrm>
            <a:off x="1676520" y="485640"/>
            <a:ext cx="7171920" cy="1352160"/>
          </a:xfrm>
          <a:prstGeom prst="rect">
            <a:avLst/>
          </a:prstGeom>
          <a:noFill/>
          <a:ln w="0">
            <a:noFill/>
          </a:ln>
        </p:spPr>
        <p:txBody>
          <a:bodyPr lIns="91440" tIns="91440" rIns="91440" bIns="91440" anchor="t">
            <a:normAutofit lnSpcReduction="9999"/>
          </a:bodyPr>
          <a:lstStyle/>
          <a:p>
            <a:pPr indent="0" algn="r">
              <a:lnSpc>
                <a:spcPct val="100000"/>
              </a:lnSpc>
              <a:buNone/>
              <a:tabLst>
                <a:tab pos="0" algn="l"/>
              </a:tabLst>
            </a:pPr>
            <a:r>
              <a:rPr lang="en-US" sz="4000" b="0" u="none" strike="noStrike">
                <a:solidFill>
                  <a:schemeClr val="dk1"/>
                </a:solidFill>
                <a:effectLst/>
                <a:uFillTx/>
                <a:latin typeface="Goldman"/>
                <a:ea typeface="Goldman"/>
              </a:rPr>
              <a:t>Architecture and</a:t>
            </a:r>
            <a:endParaRPr lang="fr-FR" sz="4000" b="0" u="none" strike="noStrike">
              <a:solidFill>
                <a:schemeClr val="dk1"/>
              </a:solidFill>
              <a:effectLst/>
              <a:uFillTx/>
              <a:latin typeface="Arial"/>
            </a:endParaRPr>
          </a:p>
          <a:p>
            <a:pPr indent="0" algn="r">
              <a:lnSpc>
                <a:spcPct val="100000"/>
              </a:lnSpc>
              <a:buNone/>
              <a:tabLst>
                <a:tab pos="0" algn="l"/>
              </a:tabLst>
            </a:pPr>
            <a:r>
              <a:rPr lang="en-US" sz="4000" b="0" u="none" strike="noStrike">
                <a:solidFill>
                  <a:schemeClr val="dk1"/>
                </a:solidFill>
                <a:effectLst/>
                <a:uFillTx/>
                <a:latin typeface="Goldman"/>
                <a:ea typeface="Goldman"/>
              </a:rPr>
              <a:t> Pipeline</a:t>
            </a:r>
            <a:endParaRPr lang="fr-FR" sz="4000" b="0" u="none" strike="noStrike">
              <a:solidFill>
                <a:schemeClr val="dk1"/>
              </a:solidFill>
              <a:effectLst/>
              <a:uFillTx/>
              <a:latin typeface="Arial"/>
            </a:endParaRPr>
          </a:p>
        </p:txBody>
      </p:sp>
      <p:sp>
        <p:nvSpPr>
          <p:cNvPr id="95" name="PlaceHolder 2"/>
          <p:cNvSpPr>
            <a:spLocks noGrp="1"/>
          </p:cNvSpPr>
          <p:nvPr>
            <p:ph type="subTitle"/>
          </p:nvPr>
        </p:nvSpPr>
        <p:spPr>
          <a:xfrm>
            <a:off x="2886120" y="1905120"/>
            <a:ext cx="5886000" cy="2723760"/>
          </a:xfrm>
          <a:prstGeom prst="rect">
            <a:avLst/>
          </a:prstGeom>
          <a:noFill/>
          <a:ln w="0">
            <a:noFill/>
          </a:ln>
        </p:spPr>
        <p:txBody>
          <a:bodyPr lIns="91440" tIns="91440" rIns="91440" bIns="91440" anchor="b">
            <a:normAutofit/>
          </a:bodyPr>
          <a:lstStyle/>
          <a:p>
            <a:pPr indent="0">
              <a:lnSpc>
                <a:spcPct val="120000"/>
              </a:lnSpc>
              <a:buNone/>
              <a:tabLst>
                <a:tab pos="0" algn="l"/>
              </a:tabLst>
            </a:pPr>
            <a:r>
              <a:rPr lang="en-US" sz="1200" b="0" u="none" strike="noStrike">
                <a:solidFill>
                  <a:schemeClr val="dk1"/>
                </a:solidFill>
                <a:effectLst/>
                <a:uFillTx/>
                <a:latin typeface="Calibri"/>
                <a:ea typeface="Albert Sans"/>
              </a:rPr>
              <a:t>The architecture features a DeepLabV3-ResNet50 backbone enhanced with additional convolutional and batch normalization layers for refined feature extraction. The pipeline involves image upload via Streamlit, preprocessing, model inference to predict segmentation masks, post-processing for mask refinement, and output generation for user download, leveraging automated Google Drive integration for model weight management.</a:t>
            </a:r>
            <a:endParaRPr lang="en-US" sz="1200" b="0" u="none" strike="noStrike">
              <a:solidFill>
                <a:srgbClr val="FFFFFF"/>
              </a:solidFill>
              <a:effectLst/>
              <a:uFillTx/>
              <a:latin typeface="OpenSymbo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 name="PlaceHolder 1"/>
          <p:cNvSpPr>
            <a:spLocks noGrp="1"/>
          </p:cNvSpPr>
          <p:nvPr>
            <p:ph type="title"/>
          </p:nvPr>
        </p:nvSpPr>
        <p:spPr>
          <a:xfrm>
            <a:off x="1676520" y="485640"/>
            <a:ext cx="7171920" cy="1352160"/>
          </a:xfrm>
          <a:prstGeom prst="rect">
            <a:avLst/>
          </a:prstGeom>
          <a:noFill/>
          <a:ln w="0">
            <a:noFill/>
          </a:ln>
        </p:spPr>
        <p:txBody>
          <a:bodyPr lIns="91440" tIns="91440" rIns="91440" bIns="91440" anchor="t">
            <a:normAutofit lnSpcReduction="9999"/>
          </a:bodyPr>
          <a:lstStyle/>
          <a:p>
            <a:pPr indent="0" algn="r">
              <a:lnSpc>
                <a:spcPct val="100000"/>
              </a:lnSpc>
              <a:buNone/>
              <a:tabLst>
                <a:tab pos="0" algn="l"/>
              </a:tabLst>
            </a:pPr>
            <a:r>
              <a:rPr lang="en-US" sz="4000" b="0" u="none" strike="noStrike">
                <a:solidFill>
                  <a:schemeClr val="dk1"/>
                </a:solidFill>
                <a:effectLst/>
                <a:uFillTx/>
                <a:latin typeface="Goldman"/>
                <a:ea typeface="Goldman"/>
              </a:rPr>
              <a:t>System Performance and User</a:t>
            </a:r>
            <a:endParaRPr lang="fr-FR" sz="4000" b="0" u="none" strike="noStrike">
              <a:solidFill>
                <a:schemeClr val="dk1"/>
              </a:solidFill>
              <a:effectLst/>
              <a:uFillTx/>
              <a:latin typeface="Arial"/>
            </a:endParaRPr>
          </a:p>
          <a:p>
            <a:pPr indent="0" algn="r">
              <a:lnSpc>
                <a:spcPct val="100000"/>
              </a:lnSpc>
              <a:buNone/>
              <a:tabLst>
                <a:tab pos="0" algn="l"/>
              </a:tabLst>
            </a:pPr>
            <a:r>
              <a:rPr lang="en-US" sz="4000" b="0" u="none" strike="noStrike">
                <a:solidFill>
                  <a:schemeClr val="dk1"/>
                </a:solidFill>
                <a:effectLst/>
                <a:uFillTx/>
                <a:latin typeface="Goldman"/>
                <a:ea typeface="Goldman"/>
              </a:rPr>
              <a:t> Interface</a:t>
            </a:r>
            <a:endParaRPr lang="fr-FR" sz="4000" b="0" u="none" strike="noStrike">
              <a:solidFill>
                <a:schemeClr val="dk1"/>
              </a:solidFill>
              <a:effectLst/>
              <a:uFillTx/>
              <a:latin typeface="Arial"/>
            </a:endParaRPr>
          </a:p>
        </p:txBody>
      </p:sp>
      <p:sp>
        <p:nvSpPr>
          <p:cNvPr id="97" name="PlaceHolder 2"/>
          <p:cNvSpPr>
            <a:spLocks noGrp="1"/>
          </p:cNvSpPr>
          <p:nvPr>
            <p:ph type="subTitle"/>
          </p:nvPr>
        </p:nvSpPr>
        <p:spPr>
          <a:xfrm>
            <a:off x="2886120" y="1905120"/>
            <a:ext cx="5886000" cy="2723760"/>
          </a:xfrm>
          <a:prstGeom prst="rect">
            <a:avLst/>
          </a:prstGeom>
          <a:noFill/>
          <a:ln w="0">
            <a:noFill/>
          </a:ln>
        </p:spPr>
        <p:txBody>
          <a:bodyPr lIns="91440" tIns="91440" rIns="91440" bIns="91440" anchor="b">
            <a:normAutofit/>
          </a:bodyPr>
          <a:lstStyle/>
          <a:p>
            <a:pPr indent="0">
              <a:lnSpc>
                <a:spcPct val="120000"/>
              </a:lnSpc>
              <a:buNone/>
              <a:tabLst>
                <a:tab pos="0" algn="l"/>
              </a:tabLst>
            </a:pPr>
            <a:r>
              <a:rPr lang="en-US" sz="1200" b="0" u="none" strike="noStrike">
                <a:solidFill>
                  <a:schemeClr val="dk1"/>
                </a:solidFill>
                <a:effectLst/>
                <a:uFillTx/>
                <a:latin typeface="Calibri"/>
                <a:ea typeface="Albert Sans"/>
              </a:rPr>
              <a:t>The system benefits from CUDA GPU acceleration for rapid inference and post-processing techniques that produce smooth, precise masks. The Streamlit front end offers an intuitive interface allowing real-time image upload, segmentation visualization, and easy download of results, facilitating seamless user interaction and efficient workflow integration across various applications.</a:t>
            </a:r>
            <a:endParaRPr lang="en-US" sz="1200" b="0" u="none" strike="noStrike">
              <a:solidFill>
                <a:srgbClr val="FFFFFF"/>
              </a:solidFill>
              <a:effectLst/>
              <a:uFillTx/>
              <a:latin typeface="OpenSymbo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 name="PlaceHolder 1"/>
          <p:cNvSpPr>
            <a:spLocks noGrp="1"/>
          </p:cNvSpPr>
          <p:nvPr>
            <p:ph type="title"/>
          </p:nvPr>
        </p:nvSpPr>
        <p:spPr>
          <a:xfrm>
            <a:off x="1676520" y="485640"/>
            <a:ext cx="7171920" cy="1352160"/>
          </a:xfrm>
          <a:prstGeom prst="rect">
            <a:avLst/>
          </a:prstGeom>
          <a:noFill/>
          <a:ln w="0">
            <a:noFill/>
          </a:ln>
        </p:spPr>
        <p:txBody>
          <a:bodyPr lIns="91440" tIns="91440" rIns="91440" bIns="91440" anchor="t">
            <a:normAutofit/>
          </a:bodyPr>
          <a:lstStyle/>
          <a:p>
            <a:pPr indent="0" algn="r">
              <a:lnSpc>
                <a:spcPct val="100000"/>
              </a:lnSpc>
              <a:buNone/>
              <a:tabLst>
                <a:tab pos="0" algn="l"/>
              </a:tabLst>
            </a:pPr>
            <a:r>
              <a:rPr lang="en-US" sz="4000" b="0" u="none" strike="noStrike">
                <a:solidFill>
                  <a:schemeClr val="dk1"/>
                </a:solidFill>
                <a:effectLst/>
                <a:uFillTx/>
                <a:latin typeface="Goldman"/>
                <a:ea typeface="Goldman"/>
              </a:rPr>
              <a:t>Conclusions</a:t>
            </a:r>
            <a:endParaRPr lang="fr-FR" sz="4000" b="0" u="none" strike="noStrike">
              <a:solidFill>
                <a:schemeClr val="dk1"/>
              </a:solidFill>
              <a:effectLst/>
              <a:uFillTx/>
              <a:latin typeface="Arial"/>
            </a:endParaRPr>
          </a:p>
        </p:txBody>
      </p:sp>
      <p:sp>
        <p:nvSpPr>
          <p:cNvPr id="99" name="PlaceHolder 2"/>
          <p:cNvSpPr>
            <a:spLocks noGrp="1"/>
          </p:cNvSpPr>
          <p:nvPr>
            <p:ph type="subTitle"/>
          </p:nvPr>
        </p:nvSpPr>
        <p:spPr>
          <a:xfrm>
            <a:off x="2886120" y="1905120"/>
            <a:ext cx="5886000" cy="2723760"/>
          </a:xfrm>
          <a:prstGeom prst="rect">
            <a:avLst/>
          </a:prstGeom>
          <a:noFill/>
          <a:ln w="0">
            <a:noFill/>
          </a:ln>
        </p:spPr>
        <p:txBody>
          <a:bodyPr lIns="91440" tIns="91440" rIns="91440" bIns="91440" anchor="b">
            <a:normAutofit/>
          </a:bodyPr>
          <a:lstStyle/>
          <a:p>
            <a:pPr indent="0">
              <a:lnSpc>
                <a:spcPct val="120000"/>
              </a:lnSpc>
              <a:buNone/>
              <a:tabLst>
                <a:tab pos="0" algn="l"/>
              </a:tabLst>
            </a:pPr>
            <a:r>
              <a:rPr lang="en-US" sz="1200" b="0" u="none" strike="noStrike">
                <a:solidFill>
                  <a:schemeClr val="dk1"/>
                </a:solidFill>
                <a:effectLst/>
                <a:uFillTx/>
                <a:latin typeface="Calibri"/>
                <a:ea typeface="Albert Sans"/>
              </a:rPr>
              <a:t>AI Vision Extract successfully combines advanced deep learning algorithms with accessible web technology to deliver a precise, fast, and user-friendly object segmentation tool. Its scalability and versatility ensure significant value across academic research, industrial applications, and commercial use cases, promoting efficiency and innovation in automated image processing workflows.</a:t>
            </a:r>
            <a:endParaRPr lang="en-US" sz="1200" b="0" u="none" strike="noStrike">
              <a:solidFill>
                <a:srgbClr val="FFFFFF"/>
              </a:solidFill>
              <a:effectLst/>
              <a:uFillTx/>
              <a:latin typeface="OpenSymbo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20276A-9262-7C6A-48EA-1EFBC4D0537E}"/>
              </a:ext>
            </a:extLst>
          </p:cNvPr>
          <p:cNvSpPr>
            <a:spLocks noGrp="1"/>
          </p:cNvSpPr>
          <p:nvPr>
            <p:ph type="title"/>
          </p:nvPr>
        </p:nvSpPr>
        <p:spPr/>
        <p:txBody>
          <a:bodyPr/>
          <a:lstStyle/>
          <a:p>
            <a:pPr algn="ctr"/>
            <a:br>
              <a:rPr lang="en-US" dirty="0"/>
            </a:br>
            <a:r>
              <a:rPr lang="en-US" dirty="0"/>
              <a:t>THANK YOU</a:t>
            </a:r>
            <a:endParaRPr lang="en-IN" dirty="0"/>
          </a:p>
        </p:txBody>
      </p:sp>
      <p:sp>
        <p:nvSpPr>
          <p:cNvPr id="3" name="Text Placeholder 2">
            <a:extLst>
              <a:ext uri="{FF2B5EF4-FFF2-40B4-BE49-F238E27FC236}">
                <a16:creationId xmlns:a16="http://schemas.microsoft.com/office/drawing/2014/main" id="{7CE4D3E3-7181-C166-BC73-DB3C246F6DB5}"/>
              </a:ext>
            </a:extLst>
          </p:cNvPr>
          <p:cNvSpPr>
            <a:spLocks noGrp="1"/>
          </p:cNvSpPr>
          <p:nvPr>
            <p:ph type="body"/>
          </p:nvPr>
        </p:nvSpPr>
        <p:spPr/>
        <p:txBody>
          <a:bodyPr/>
          <a:lstStyle/>
          <a:p>
            <a:endParaRPr lang="en-IN" dirty="0"/>
          </a:p>
        </p:txBody>
      </p:sp>
    </p:spTree>
    <p:extLst>
      <p:ext uri="{BB962C8B-B14F-4D97-AF65-F5344CB8AC3E}">
        <p14:creationId xmlns:p14="http://schemas.microsoft.com/office/powerpoint/2010/main" val="2867431397"/>
      </p:ext>
    </p:extLst>
  </p:cSld>
  <p:clrMapOvr>
    <a:masterClrMapping/>
  </p:clrMapOvr>
</p:sld>
</file>

<file path=ppt/theme/theme1.xml><?xml version="1.0" encoding="utf-8"?>
<a:theme xmlns:a="http://schemas.openxmlformats.org/drawingml/2006/main" name="Technology Innovations by Slidesgo">
  <a:themeElements>
    <a:clrScheme name="Simple Light">
      <a:dk1>
        <a:srgbClr val="FFFFFF"/>
      </a:dk1>
      <a:lt1>
        <a:srgbClr val="000000"/>
      </a:lt1>
      <a:dk2>
        <a:srgbClr val="52297B"/>
      </a:dk2>
      <a:lt2>
        <a:srgbClr val="70E0FF"/>
      </a:lt2>
      <a:accent1>
        <a:srgbClr val="C340FF"/>
      </a:accent1>
      <a:accent2>
        <a:srgbClr val="5F5FF6"/>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xml><?xml version="1.0" encoding="utf-8"?>
<a:theme xmlns:a="http://schemas.openxmlformats.org/drawingml/2006/main" name="Slidesgo Final Pages">
  <a:themeElements>
    <a:clrScheme name="Simple Light">
      <a:dk1>
        <a:srgbClr val="FFFFFF"/>
      </a:dk1>
      <a:lt1>
        <a:srgbClr val="22244E"/>
      </a:lt1>
      <a:dk2>
        <a:srgbClr val="503259"/>
      </a:dk2>
      <a:lt2>
        <a:srgbClr val="765186"/>
      </a:lt2>
      <a:accent1>
        <a:srgbClr val="B07CC6"/>
      </a:accent1>
      <a:accent2>
        <a:srgbClr val="FAF6E7"/>
      </a:accent2>
      <a:accent3>
        <a:srgbClr val="E3DFD2"/>
      </a:accent3>
      <a:accent4>
        <a:srgbClr val="FFFFFF"/>
      </a:accent4>
      <a:accent5>
        <a:srgbClr val="FFFFFF"/>
      </a:accent5>
      <a:accent6>
        <a:srgbClr val="FFFFFF"/>
      </a:accent6>
      <a:hlink>
        <a:srgbClr val="765186"/>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6</TotalTime>
  <Words>497</Words>
  <Application>Microsoft Office PowerPoint</Application>
  <PresentationFormat>On-screen Show (16:9)</PresentationFormat>
  <Paragraphs>27</Paragraphs>
  <Slides>12</Slides>
  <Notes>0</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12</vt:i4>
      </vt:variant>
    </vt:vector>
  </HeadingPairs>
  <TitlesOfParts>
    <vt:vector size="22" baseType="lpstr">
      <vt:lpstr>Albert Sans</vt:lpstr>
      <vt:lpstr>Arial</vt:lpstr>
      <vt:lpstr>Calibri</vt:lpstr>
      <vt:lpstr>Goldman</vt:lpstr>
      <vt:lpstr>Open Sans</vt:lpstr>
      <vt:lpstr>OpenSymbol</vt:lpstr>
      <vt:lpstr>Symbol</vt:lpstr>
      <vt:lpstr>Wingdings</vt:lpstr>
      <vt:lpstr>Technology Innovations by Slidesgo</vt:lpstr>
      <vt:lpstr>Slidesgo Final Pages</vt:lpstr>
      <vt:lpstr>AI Vision Extract</vt:lpstr>
      <vt:lpstr>Introduction</vt:lpstr>
      <vt:lpstr>AI Vision Extract Overview</vt:lpstr>
      <vt:lpstr>Introduction and Scope</vt:lpstr>
      <vt:lpstr>Importance and  Applications</vt:lpstr>
      <vt:lpstr>Existing vs Proposed  System</vt:lpstr>
      <vt:lpstr>Technical Details</vt:lpstr>
      <vt:lpstr>Dataset and Metrics</vt:lpstr>
      <vt:lpstr>Architecture and  Pipeline</vt:lpstr>
      <vt:lpstr>System Performance and User  Interface</vt:lpstr>
      <vt:lpstr>Conclusions</vt:lpstr>
      <vt:lpstr> THANK YOU</vt:lpstr>
    </vt:vector>
  </TitlesOfParts>
  <Company>Microsoft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Deepanshu Sharma</cp:lastModifiedBy>
  <cp:revision>1</cp:revision>
  <dcterms:modified xsi:type="dcterms:W3CDTF">2025-10-07T13:05:58Z</dcterms:modified>
</cp:coreProperties>
</file>

<file path=docProps/core0.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2025-10-07T12:57:19Z</dcterms:created>
  <dc:creator>Unknown Creator</dc:creator>
  <dc:description/>
  <dc:language>en-US</dc:language>
  <cp:lastModifiedBy>Unknown Creator</cp:lastModifiedBy>
  <dcterms:modified xsi:type="dcterms:W3CDTF">2025-10-07T12:57:19Z</dcterms:modified>
  <cp:revision>0</cp:revision>
  <dc:subject/>
  <dc:title>Untitled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Slides">
    <vt:r8>12</vt:r8>
  </property>
</Properties>
</file>